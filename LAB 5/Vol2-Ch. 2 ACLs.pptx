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29"/>
  </p:notesMasterIdLst>
  <p:sldIdLst>
    <p:sldId id="256" r:id="rId5"/>
    <p:sldId id="257" r:id="rId6"/>
    <p:sldId id="298" r:id="rId7"/>
    <p:sldId id="327" r:id="rId8"/>
    <p:sldId id="299" r:id="rId9"/>
    <p:sldId id="300" r:id="rId10"/>
    <p:sldId id="303" r:id="rId11"/>
    <p:sldId id="305" r:id="rId12"/>
    <p:sldId id="306" r:id="rId13"/>
    <p:sldId id="307" r:id="rId14"/>
    <p:sldId id="309" r:id="rId15"/>
    <p:sldId id="310" r:id="rId16"/>
    <p:sldId id="312" r:id="rId17"/>
    <p:sldId id="313" r:id="rId18"/>
    <p:sldId id="315" r:id="rId19"/>
    <p:sldId id="316" r:id="rId20"/>
    <p:sldId id="317" r:id="rId21"/>
    <p:sldId id="319" r:id="rId22"/>
    <p:sldId id="320" r:id="rId23"/>
    <p:sldId id="322" r:id="rId24"/>
    <p:sldId id="323" r:id="rId25"/>
    <p:sldId id="324" r:id="rId26"/>
    <p:sldId id="325" r:id="rId27"/>
    <p:sldId id="326"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an Wilkins" initials="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76C137-9B04-4A0F-A151-21B7FF8D1291}" v="41" dt="2019-11-13T20:03:55.6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4" autoAdjust="0"/>
    <p:restoredTop sz="71503" autoAdjust="0"/>
  </p:normalViewPr>
  <p:slideViewPr>
    <p:cSldViewPr>
      <p:cViewPr varScale="1">
        <p:scale>
          <a:sx n="55" d="100"/>
          <a:sy n="55" d="100"/>
        </p:scale>
        <p:origin x="2184" y="53"/>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the Wempen" userId="a5b80fda8aef011f" providerId="LiveId" clId="{2776C137-9B04-4A0F-A151-21B7FF8D1291}"/>
    <pc:docChg chg="modSld">
      <pc:chgData name="Faithe Wempen" userId="a5b80fda8aef011f" providerId="LiveId" clId="{2776C137-9B04-4A0F-A151-21B7FF8D1291}" dt="2019-11-13T20:08:44.096" v="62" actId="20577"/>
      <pc:docMkLst>
        <pc:docMk/>
      </pc:docMkLst>
      <pc:sldChg chg="modSp mod">
        <pc:chgData name="Faithe Wempen" userId="a5b80fda8aef011f" providerId="LiveId" clId="{2776C137-9B04-4A0F-A151-21B7FF8D1291}" dt="2019-11-13T20:08:44.096" v="62" actId="20577"/>
        <pc:sldMkLst>
          <pc:docMk/>
          <pc:sldMk cId="974492578" sldId="257"/>
        </pc:sldMkLst>
        <pc:spChg chg="mod">
          <ac:chgData name="Faithe Wempen" userId="a5b80fda8aef011f" providerId="LiveId" clId="{2776C137-9B04-4A0F-A151-21B7FF8D1291}" dt="2019-11-13T20:08:44.096" v="62" actId="20577"/>
          <ac:spMkLst>
            <pc:docMk/>
            <pc:sldMk cId="974492578" sldId="257"/>
            <ac:spMk id="3" creationId="{00000000-0000-0000-0000-000000000000}"/>
          </ac:spMkLst>
        </pc:spChg>
      </pc:sldChg>
    </pc:docChg>
  </pc:docChgLst>
  <pc:docChgLst>
    <pc:chgData name="Faithe Wempen" userId="a5b80fda8aef011f" providerId="LiveId" clId="{EC002751-3202-4107-BC44-F611AD70E438}"/>
    <pc:docChg chg="undo custSel addSld delSld modSld">
      <pc:chgData name="Faithe Wempen" userId="a5b80fda8aef011f" providerId="LiveId" clId="{EC002751-3202-4107-BC44-F611AD70E438}" dt="2019-11-13T20:04:04.781" v="1809" actId="1076"/>
      <pc:docMkLst>
        <pc:docMk/>
      </pc:docMkLst>
      <pc:sldChg chg="addSp delSp modSp mod">
        <pc:chgData name="Faithe Wempen" userId="a5b80fda8aef011f" providerId="LiveId" clId="{EC002751-3202-4107-BC44-F611AD70E438}" dt="2019-11-13T19:35:33.939" v="73" actId="20577"/>
        <pc:sldMkLst>
          <pc:docMk/>
          <pc:sldMk cId="1348483088" sldId="256"/>
        </pc:sldMkLst>
        <pc:spChg chg="mod">
          <ac:chgData name="Faithe Wempen" userId="a5b80fda8aef011f" providerId="LiveId" clId="{EC002751-3202-4107-BC44-F611AD70E438}" dt="2019-11-13T19:34:55.659" v="35" actId="20577"/>
          <ac:spMkLst>
            <pc:docMk/>
            <pc:sldMk cId="1348483088" sldId="256"/>
            <ac:spMk id="2" creationId="{00000000-0000-0000-0000-000000000000}"/>
          </ac:spMkLst>
        </pc:spChg>
        <pc:spChg chg="mod">
          <ac:chgData name="Faithe Wempen" userId="a5b80fda8aef011f" providerId="LiveId" clId="{EC002751-3202-4107-BC44-F611AD70E438}" dt="2019-11-13T19:35:33.939" v="73" actId="20577"/>
          <ac:spMkLst>
            <pc:docMk/>
            <pc:sldMk cId="1348483088" sldId="256"/>
            <ac:spMk id="3" creationId="{00000000-0000-0000-0000-000000000000}"/>
          </ac:spMkLst>
        </pc:spChg>
        <pc:spChg chg="add del">
          <ac:chgData name="Faithe Wempen" userId="a5b80fda8aef011f" providerId="LiveId" clId="{EC002751-3202-4107-BC44-F611AD70E438}" dt="2019-11-13T19:34:03.307" v="1"/>
          <ac:spMkLst>
            <pc:docMk/>
            <pc:sldMk cId="1348483088" sldId="256"/>
            <ac:spMk id="4" creationId="{334A6C9C-DCAB-4949-88F1-F3865B37A30B}"/>
          </ac:spMkLst>
        </pc:spChg>
      </pc:sldChg>
      <pc:sldChg chg="modSp mod">
        <pc:chgData name="Faithe Wempen" userId="a5b80fda8aef011f" providerId="LiveId" clId="{EC002751-3202-4107-BC44-F611AD70E438}" dt="2019-11-13T19:36:23.901" v="170" actId="20577"/>
        <pc:sldMkLst>
          <pc:docMk/>
          <pc:sldMk cId="974492578" sldId="257"/>
        </pc:sldMkLst>
        <pc:spChg chg="mod">
          <ac:chgData name="Faithe Wempen" userId="a5b80fda8aef011f" providerId="LiveId" clId="{EC002751-3202-4107-BC44-F611AD70E438}" dt="2019-11-13T19:36:23.901" v="170" actId="20577"/>
          <ac:spMkLst>
            <pc:docMk/>
            <pc:sldMk cId="974492578" sldId="257"/>
            <ac:spMk id="3" creationId="{00000000-0000-0000-0000-000000000000}"/>
          </ac:spMkLst>
        </pc:spChg>
      </pc:sldChg>
      <pc:sldChg chg="addSp delSp modSp mod">
        <pc:chgData name="Faithe Wempen" userId="a5b80fda8aef011f" providerId="LiveId" clId="{EC002751-3202-4107-BC44-F611AD70E438}" dt="2019-11-13T19:38:39.981" v="257" actId="20577"/>
        <pc:sldMkLst>
          <pc:docMk/>
          <pc:sldMk cId="3668942479" sldId="299"/>
        </pc:sldMkLst>
        <pc:spChg chg="mod">
          <ac:chgData name="Faithe Wempen" userId="a5b80fda8aef011f" providerId="LiveId" clId="{EC002751-3202-4107-BC44-F611AD70E438}" dt="2019-11-13T19:38:39.981" v="257" actId="20577"/>
          <ac:spMkLst>
            <pc:docMk/>
            <pc:sldMk cId="3668942479" sldId="299"/>
            <ac:spMk id="2" creationId="{A2F40B4C-5598-4887-B7CE-CE965FDFEC9C}"/>
          </ac:spMkLst>
        </pc:spChg>
        <pc:spChg chg="del mod">
          <ac:chgData name="Faithe Wempen" userId="a5b80fda8aef011f" providerId="LiveId" clId="{EC002751-3202-4107-BC44-F611AD70E438}" dt="2019-11-13T19:38:19.093" v="173"/>
          <ac:spMkLst>
            <pc:docMk/>
            <pc:sldMk cId="3668942479" sldId="299"/>
            <ac:spMk id="10" creationId="{00000000-0000-0000-0000-000000000000}"/>
          </ac:spMkLst>
        </pc:spChg>
        <pc:picChg chg="add mod">
          <ac:chgData name="Faithe Wempen" userId="a5b80fda8aef011f" providerId="LiveId" clId="{EC002751-3202-4107-BC44-F611AD70E438}" dt="2019-11-13T19:38:23.916" v="175" actId="1076"/>
          <ac:picMkLst>
            <pc:docMk/>
            <pc:sldMk cId="3668942479" sldId="299"/>
            <ac:picMk id="6" creationId="{626F979B-6B25-4175-94A2-32E48A7783B7}"/>
          </ac:picMkLst>
        </pc:picChg>
        <pc:picChg chg="del">
          <ac:chgData name="Faithe Wempen" userId="a5b80fda8aef011f" providerId="LiveId" clId="{EC002751-3202-4107-BC44-F611AD70E438}" dt="2019-11-13T19:38:16.080" v="172" actId="21"/>
          <ac:picMkLst>
            <pc:docMk/>
            <pc:sldMk cId="3668942479" sldId="299"/>
            <ac:picMk id="262146" creationId="{00000000-0000-0000-0000-000000000000}"/>
          </ac:picMkLst>
        </pc:picChg>
      </pc:sldChg>
      <pc:sldChg chg="addSp modSp add del mod">
        <pc:chgData name="Faithe Wempen" userId="a5b80fda8aef011f" providerId="LiveId" clId="{EC002751-3202-4107-BC44-F611AD70E438}" dt="2019-11-13T19:47:44.532" v="431" actId="1076"/>
        <pc:sldMkLst>
          <pc:docMk/>
          <pc:sldMk cId="3668942479" sldId="300"/>
        </pc:sldMkLst>
        <pc:spChg chg="mod">
          <ac:chgData name="Faithe Wempen" userId="a5b80fda8aef011f" providerId="LiveId" clId="{EC002751-3202-4107-BC44-F611AD70E438}" dt="2019-11-13T19:47:12.511" v="429" actId="20577"/>
          <ac:spMkLst>
            <pc:docMk/>
            <pc:sldMk cId="3668942479" sldId="300"/>
            <ac:spMk id="2" creationId="{72B9DF77-0803-4595-9580-104CDA9A82B3}"/>
          </ac:spMkLst>
        </pc:spChg>
        <pc:spChg chg="mod">
          <ac:chgData name="Faithe Wempen" userId="a5b80fda8aef011f" providerId="LiveId" clId="{EC002751-3202-4107-BC44-F611AD70E438}" dt="2019-11-13T19:39:17.021" v="263" actId="27636"/>
          <ac:spMkLst>
            <pc:docMk/>
            <pc:sldMk cId="3668942479" sldId="300"/>
            <ac:spMk id="10" creationId="{00000000-0000-0000-0000-000000000000}"/>
          </ac:spMkLst>
        </pc:spChg>
        <pc:picChg chg="add mod">
          <ac:chgData name="Faithe Wempen" userId="a5b80fda8aef011f" providerId="LiveId" clId="{EC002751-3202-4107-BC44-F611AD70E438}" dt="2019-11-13T19:47:44.532" v="431" actId="1076"/>
          <ac:picMkLst>
            <pc:docMk/>
            <pc:sldMk cId="3668942479" sldId="300"/>
            <ac:picMk id="5" creationId="{43F84753-D9DC-4651-BE64-77B098ECA5D7}"/>
          </ac:picMkLst>
        </pc:picChg>
      </pc:sldChg>
      <pc:sldChg chg="delSp modSp del mod">
        <pc:chgData name="Faithe Wempen" userId="a5b80fda8aef011f" providerId="LiveId" clId="{EC002751-3202-4107-BC44-F611AD70E438}" dt="2019-11-13T19:41:11.535" v="271" actId="47"/>
        <pc:sldMkLst>
          <pc:docMk/>
          <pc:sldMk cId="3668942479" sldId="301"/>
        </pc:sldMkLst>
        <pc:spChg chg="mod">
          <ac:chgData name="Faithe Wempen" userId="a5b80fda8aef011f" providerId="LiveId" clId="{EC002751-3202-4107-BC44-F611AD70E438}" dt="2019-11-13T19:40:52.767" v="266" actId="21"/>
          <ac:spMkLst>
            <pc:docMk/>
            <pc:sldMk cId="3668942479" sldId="301"/>
            <ac:spMk id="10" creationId="{00000000-0000-0000-0000-000000000000}"/>
          </ac:spMkLst>
        </pc:spChg>
        <pc:picChg chg="del">
          <ac:chgData name="Faithe Wempen" userId="a5b80fda8aef011f" providerId="LiveId" clId="{EC002751-3202-4107-BC44-F611AD70E438}" dt="2019-11-13T19:41:01.196" v="267" actId="21"/>
          <ac:picMkLst>
            <pc:docMk/>
            <pc:sldMk cId="3668942479" sldId="301"/>
            <ac:picMk id="263170" creationId="{00000000-0000-0000-0000-000000000000}"/>
          </ac:picMkLst>
        </pc:picChg>
      </pc:sldChg>
      <pc:sldChg chg="modSp del mod">
        <pc:chgData name="Faithe Wempen" userId="a5b80fda8aef011f" providerId="LiveId" clId="{EC002751-3202-4107-BC44-F611AD70E438}" dt="2019-11-13T19:43:15.543" v="274" actId="47"/>
        <pc:sldMkLst>
          <pc:docMk/>
          <pc:sldMk cId="3668942479" sldId="302"/>
        </pc:sldMkLst>
        <pc:spChg chg="mod">
          <ac:chgData name="Faithe Wempen" userId="a5b80fda8aef011f" providerId="LiveId" clId="{EC002751-3202-4107-BC44-F611AD70E438}" dt="2019-11-13T19:43:09.838" v="273" actId="21"/>
          <ac:spMkLst>
            <pc:docMk/>
            <pc:sldMk cId="3668942479" sldId="302"/>
            <ac:spMk id="5" creationId="{00000000-0000-0000-0000-000000000000}"/>
          </ac:spMkLst>
        </pc:spChg>
      </pc:sldChg>
      <pc:sldChg chg="modSp mod">
        <pc:chgData name="Faithe Wempen" userId="a5b80fda8aef011f" providerId="LiveId" clId="{EC002751-3202-4107-BC44-F611AD70E438}" dt="2019-11-13T19:46:53.623" v="374" actId="20577"/>
        <pc:sldMkLst>
          <pc:docMk/>
          <pc:sldMk cId="3668942479" sldId="303"/>
        </pc:sldMkLst>
        <pc:spChg chg="mod">
          <ac:chgData name="Faithe Wempen" userId="a5b80fda8aef011f" providerId="LiveId" clId="{EC002751-3202-4107-BC44-F611AD70E438}" dt="2019-11-13T19:46:53.623" v="374" actId="20577"/>
          <ac:spMkLst>
            <pc:docMk/>
            <pc:sldMk cId="3668942479" sldId="303"/>
            <ac:spMk id="2" creationId="{F7DF75D0-4B85-490A-A825-39B8BF8384C0}"/>
          </ac:spMkLst>
        </pc:spChg>
      </pc:sldChg>
      <pc:sldChg chg="del">
        <pc:chgData name="Faithe Wempen" userId="a5b80fda8aef011f" providerId="LiveId" clId="{EC002751-3202-4107-BC44-F611AD70E438}" dt="2019-11-13T19:44:40.298" v="275" actId="47"/>
        <pc:sldMkLst>
          <pc:docMk/>
          <pc:sldMk cId="3668942479" sldId="304"/>
        </pc:sldMkLst>
      </pc:sldChg>
      <pc:sldChg chg="addSp delSp modSp mod">
        <pc:chgData name="Faithe Wempen" userId="a5b80fda8aef011f" providerId="LiveId" clId="{EC002751-3202-4107-BC44-F611AD70E438}" dt="2019-11-13T19:46:38.148" v="345" actId="20577"/>
        <pc:sldMkLst>
          <pc:docMk/>
          <pc:sldMk cId="3668942479" sldId="305"/>
        </pc:sldMkLst>
        <pc:spChg chg="mod">
          <ac:chgData name="Faithe Wempen" userId="a5b80fda8aef011f" providerId="LiveId" clId="{EC002751-3202-4107-BC44-F611AD70E438}" dt="2019-11-13T19:46:38.148" v="345" actId="20577"/>
          <ac:spMkLst>
            <pc:docMk/>
            <pc:sldMk cId="3668942479" sldId="305"/>
            <ac:spMk id="2" creationId="{D462FA73-8973-4F98-8071-602811BC0096}"/>
          </ac:spMkLst>
        </pc:spChg>
        <pc:spChg chg="del mod">
          <ac:chgData name="Faithe Wempen" userId="a5b80fda8aef011f" providerId="LiveId" clId="{EC002751-3202-4107-BC44-F611AD70E438}" dt="2019-11-13T19:44:50.447" v="278"/>
          <ac:spMkLst>
            <pc:docMk/>
            <pc:sldMk cId="3668942479" sldId="305"/>
            <ac:spMk id="5" creationId="{00000000-0000-0000-0000-000000000000}"/>
          </ac:spMkLst>
        </pc:spChg>
        <pc:picChg chg="add mod">
          <ac:chgData name="Faithe Wempen" userId="a5b80fda8aef011f" providerId="LiveId" clId="{EC002751-3202-4107-BC44-F611AD70E438}" dt="2019-11-13T19:46:24.942" v="290" actId="1076"/>
          <ac:picMkLst>
            <pc:docMk/>
            <pc:sldMk cId="3668942479" sldId="305"/>
            <ac:picMk id="6" creationId="{AAABE960-1E83-44A9-B188-5CE1B6B68870}"/>
          </ac:picMkLst>
        </pc:picChg>
        <pc:picChg chg="del">
          <ac:chgData name="Faithe Wempen" userId="a5b80fda8aef011f" providerId="LiveId" clId="{EC002751-3202-4107-BC44-F611AD70E438}" dt="2019-11-13T19:44:48.593" v="277" actId="21"/>
          <ac:picMkLst>
            <pc:docMk/>
            <pc:sldMk cId="3668942479" sldId="305"/>
            <ac:picMk id="266242" creationId="{00000000-0000-0000-0000-000000000000}"/>
          </ac:picMkLst>
        </pc:picChg>
      </pc:sldChg>
      <pc:sldChg chg="addSp delSp modSp mod">
        <pc:chgData name="Faithe Wempen" userId="a5b80fda8aef011f" providerId="LiveId" clId="{EC002751-3202-4107-BC44-F611AD70E438}" dt="2019-11-13T19:48:41.773" v="505" actId="1076"/>
        <pc:sldMkLst>
          <pc:docMk/>
          <pc:sldMk cId="3668942479" sldId="306"/>
        </pc:sldMkLst>
        <pc:spChg chg="mod">
          <ac:chgData name="Faithe Wempen" userId="a5b80fda8aef011f" providerId="LiveId" clId="{EC002751-3202-4107-BC44-F611AD70E438}" dt="2019-11-13T19:48:26.200" v="503" actId="20577"/>
          <ac:spMkLst>
            <pc:docMk/>
            <pc:sldMk cId="3668942479" sldId="306"/>
            <ac:spMk id="2" creationId="{ED0561D0-1A62-4FF9-8C7C-FD7A9FEEE31F}"/>
          </ac:spMkLst>
        </pc:spChg>
        <pc:spChg chg="del mod">
          <ac:chgData name="Faithe Wempen" userId="a5b80fda8aef011f" providerId="LiveId" clId="{EC002751-3202-4107-BC44-F611AD70E438}" dt="2019-11-13T19:45:59.822" v="286"/>
          <ac:spMkLst>
            <pc:docMk/>
            <pc:sldMk cId="3668942479" sldId="306"/>
            <ac:spMk id="5" creationId="{00000000-0000-0000-0000-000000000000}"/>
          </ac:spMkLst>
        </pc:spChg>
        <pc:picChg chg="add mod">
          <ac:chgData name="Faithe Wempen" userId="a5b80fda8aef011f" providerId="LiveId" clId="{EC002751-3202-4107-BC44-F611AD70E438}" dt="2019-11-13T19:48:41.773" v="505" actId="1076"/>
          <ac:picMkLst>
            <pc:docMk/>
            <pc:sldMk cId="3668942479" sldId="306"/>
            <ac:picMk id="6" creationId="{7215D6BF-15A9-4B63-9377-5676A94A5BF8}"/>
          </ac:picMkLst>
        </pc:picChg>
        <pc:picChg chg="del">
          <ac:chgData name="Faithe Wempen" userId="a5b80fda8aef011f" providerId="LiveId" clId="{EC002751-3202-4107-BC44-F611AD70E438}" dt="2019-11-13T19:45:58.085" v="285" actId="21"/>
          <ac:picMkLst>
            <pc:docMk/>
            <pc:sldMk cId="3668942479" sldId="306"/>
            <ac:picMk id="267266" creationId="{00000000-0000-0000-0000-000000000000}"/>
          </ac:picMkLst>
        </pc:picChg>
      </pc:sldChg>
      <pc:sldChg chg="addSp modSp mod modNotesTx">
        <pc:chgData name="Faithe Wempen" userId="a5b80fda8aef011f" providerId="LiveId" clId="{EC002751-3202-4107-BC44-F611AD70E438}" dt="2019-11-13T19:49:36.176" v="577" actId="20577"/>
        <pc:sldMkLst>
          <pc:docMk/>
          <pc:sldMk cId="3668942479" sldId="307"/>
        </pc:sldMkLst>
        <pc:spChg chg="mod">
          <ac:chgData name="Faithe Wempen" userId="a5b80fda8aef011f" providerId="LiveId" clId="{EC002751-3202-4107-BC44-F611AD70E438}" dt="2019-11-13T19:49:36.176" v="577" actId="20577"/>
          <ac:spMkLst>
            <pc:docMk/>
            <pc:sldMk cId="3668942479" sldId="307"/>
            <ac:spMk id="2" creationId="{0DA54340-8399-4231-B81F-00964486D841}"/>
          </ac:spMkLst>
        </pc:spChg>
        <pc:spChg chg="mod">
          <ac:chgData name="Faithe Wempen" userId="a5b80fda8aef011f" providerId="LiveId" clId="{EC002751-3202-4107-BC44-F611AD70E438}" dt="2019-11-13T19:48:54.810" v="507" actId="27636"/>
          <ac:spMkLst>
            <pc:docMk/>
            <pc:sldMk cId="3668942479" sldId="307"/>
            <ac:spMk id="5" creationId="{00000000-0000-0000-0000-000000000000}"/>
          </ac:spMkLst>
        </pc:spChg>
        <pc:picChg chg="add mod">
          <ac:chgData name="Faithe Wempen" userId="a5b80fda8aef011f" providerId="LiveId" clId="{EC002751-3202-4107-BC44-F611AD70E438}" dt="2019-11-13T19:49:19.821" v="515" actId="1076"/>
          <ac:picMkLst>
            <pc:docMk/>
            <pc:sldMk cId="3668942479" sldId="307"/>
            <ac:picMk id="6" creationId="{8450B1A2-E5E1-4804-BF8F-77CF6FB9A66A}"/>
          </ac:picMkLst>
        </pc:picChg>
      </pc:sldChg>
      <pc:sldChg chg="delSp modSp del mod">
        <pc:chgData name="Faithe Wempen" userId="a5b80fda8aef011f" providerId="LiveId" clId="{EC002751-3202-4107-BC44-F611AD70E438}" dt="2019-11-13T19:49:42.286" v="578" actId="47"/>
        <pc:sldMkLst>
          <pc:docMk/>
          <pc:sldMk cId="3668942479" sldId="308"/>
        </pc:sldMkLst>
        <pc:spChg chg="mod">
          <ac:chgData name="Faithe Wempen" userId="a5b80fda8aef011f" providerId="LiveId" clId="{EC002751-3202-4107-BC44-F611AD70E438}" dt="2019-11-13T19:49:02.678" v="509" actId="27636"/>
          <ac:spMkLst>
            <pc:docMk/>
            <pc:sldMk cId="3668942479" sldId="308"/>
            <ac:spMk id="5" creationId="{00000000-0000-0000-0000-000000000000}"/>
          </ac:spMkLst>
        </pc:spChg>
        <pc:picChg chg="del">
          <ac:chgData name="Faithe Wempen" userId="a5b80fda8aef011f" providerId="LiveId" clId="{EC002751-3202-4107-BC44-F611AD70E438}" dt="2019-11-13T19:49:11.933" v="512" actId="21"/>
          <ac:picMkLst>
            <pc:docMk/>
            <pc:sldMk cId="3668942479" sldId="308"/>
            <ac:picMk id="268290" creationId="{00000000-0000-0000-0000-000000000000}"/>
          </ac:picMkLst>
        </pc:picChg>
      </pc:sldChg>
      <pc:sldChg chg="addSp delSp modSp mod modNotesTx">
        <pc:chgData name="Faithe Wempen" userId="a5b80fda8aef011f" providerId="LiveId" clId="{EC002751-3202-4107-BC44-F611AD70E438}" dt="2019-11-13T19:50:59.900" v="658" actId="1076"/>
        <pc:sldMkLst>
          <pc:docMk/>
          <pc:sldMk cId="3668942479" sldId="309"/>
        </pc:sldMkLst>
        <pc:spChg chg="mod">
          <ac:chgData name="Faithe Wempen" userId="a5b80fda8aef011f" providerId="LiveId" clId="{EC002751-3202-4107-BC44-F611AD70E438}" dt="2019-11-13T19:50:39.099" v="639" actId="21"/>
          <ac:spMkLst>
            <pc:docMk/>
            <pc:sldMk cId="3668942479" sldId="309"/>
            <ac:spMk id="2" creationId="{48DB281A-98FE-4882-AD47-4CC5707CC210}"/>
          </ac:spMkLst>
        </pc:spChg>
        <pc:spChg chg="del mod">
          <ac:chgData name="Faithe Wempen" userId="a5b80fda8aef011f" providerId="LiveId" clId="{EC002751-3202-4107-BC44-F611AD70E438}" dt="2019-11-13T19:50:55.311" v="656"/>
          <ac:spMkLst>
            <pc:docMk/>
            <pc:sldMk cId="3668942479" sldId="309"/>
            <ac:spMk id="5" creationId="{00000000-0000-0000-0000-000000000000}"/>
          </ac:spMkLst>
        </pc:spChg>
        <pc:picChg chg="add mod">
          <ac:chgData name="Faithe Wempen" userId="a5b80fda8aef011f" providerId="LiveId" clId="{EC002751-3202-4107-BC44-F611AD70E438}" dt="2019-11-13T19:50:59.900" v="658" actId="1076"/>
          <ac:picMkLst>
            <pc:docMk/>
            <pc:sldMk cId="3668942479" sldId="309"/>
            <ac:picMk id="6" creationId="{71D203DF-4324-401E-B4AB-450BE3C7D445}"/>
          </ac:picMkLst>
        </pc:picChg>
        <pc:picChg chg="del">
          <ac:chgData name="Faithe Wempen" userId="a5b80fda8aef011f" providerId="LiveId" clId="{EC002751-3202-4107-BC44-F611AD70E438}" dt="2019-11-13T19:50:51.817" v="655" actId="21"/>
          <ac:picMkLst>
            <pc:docMk/>
            <pc:sldMk cId="3668942479" sldId="309"/>
            <ac:picMk id="269314" creationId="{00000000-0000-0000-0000-000000000000}"/>
          </ac:picMkLst>
        </pc:picChg>
      </pc:sldChg>
      <pc:sldChg chg="addSp delSp modSp mod">
        <pc:chgData name="Faithe Wempen" userId="a5b80fda8aef011f" providerId="LiveId" clId="{EC002751-3202-4107-BC44-F611AD70E438}" dt="2019-11-13T19:53:14.070" v="831" actId="404"/>
        <pc:sldMkLst>
          <pc:docMk/>
          <pc:sldMk cId="3668942479" sldId="310"/>
        </pc:sldMkLst>
        <pc:spChg chg="mod">
          <ac:chgData name="Faithe Wempen" userId="a5b80fda8aef011f" providerId="LiveId" clId="{EC002751-3202-4107-BC44-F611AD70E438}" dt="2019-11-13T19:52:21.243" v="691" actId="20577"/>
          <ac:spMkLst>
            <pc:docMk/>
            <pc:sldMk cId="3668942479" sldId="310"/>
            <ac:spMk id="2" creationId="{E3AE0F8C-0444-40C2-A998-E32817FEE62A}"/>
          </ac:spMkLst>
        </pc:spChg>
        <pc:spChg chg="add mod">
          <ac:chgData name="Faithe Wempen" userId="a5b80fda8aef011f" providerId="LiveId" clId="{EC002751-3202-4107-BC44-F611AD70E438}" dt="2019-11-13T19:53:14.070" v="831" actId="404"/>
          <ac:spMkLst>
            <pc:docMk/>
            <pc:sldMk cId="3668942479" sldId="310"/>
            <ac:spMk id="4" creationId="{0127B1C0-3A0E-4DD3-84BC-55A03EEFD301}"/>
          </ac:spMkLst>
        </pc:spChg>
        <pc:spChg chg="del mod">
          <ac:chgData name="Faithe Wempen" userId="a5b80fda8aef011f" providerId="LiveId" clId="{EC002751-3202-4107-BC44-F611AD70E438}" dt="2019-11-13T19:51:51.143" v="661"/>
          <ac:spMkLst>
            <pc:docMk/>
            <pc:sldMk cId="3668942479" sldId="310"/>
            <ac:spMk id="5" creationId="{00000000-0000-0000-0000-000000000000}"/>
          </ac:spMkLst>
        </pc:spChg>
        <pc:picChg chg="add del mod">
          <ac:chgData name="Faithe Wempen" userId="a5b80fda8aef011f" providerId="LiveId" clId="{EC002751-3202-4107-BC44-F611AD70E438}" dt="2019-11-13T19:52:28.147" v="693" actId="21"/>
          <ac:picMkLst>
            <pc:docMk/>
            <pc:sldMk cId="3668942479" sldId="310"/>
            <ac:picMk id="6" creationId="{52DDEA0E-03BC-46EA-859C-A7EAF119EBA8}"/>
          </ac:picMkLst>
        </pc:picChg>
        <pc:picChg chg="add">
          <ac:chgData name="Faithe Wempen" userId="a5b80fda8aef011f" providerId="LiveId" clId="{EC002751-3202-4107-BC44-F611AD70E438}" dt="2019-11-13T19:52:33.473" v="694"/>
          <ac:picMkLst>
            <pc:docMk/>
            <pc:sldMk cId="3668942479" sldId="310"/>
            <ac:picMk id="9" creationId="{940227E5-03FD-46A1-8F01-DCC1BD6E0A66}"/>
          </ac:picMkLst>
        </pc:picChg>
      </pc:sldChg>
      <pc:sldChg chg="delSp modSp del mod">
        <pc:chgData name="Faithe Wempen" userId="a5b80fda8aef011f" providerId="LiveId" clId="{EC002751-3202-4107-BC44-F611AD70E438}" dt="2019-11-13T19:53:30.568" v="833" actId="47"/>
        <pc:sldMkLst>
          <pc:docMk/>
          <pc:sldMk cId="3668942479" sldId="311"/>
        </pc:sldMkLst>
        <pc:spChg chg="mod">
          <ac:chgData name="Faithe Wempen" userId="a5b80fda8aef011f" providerId="LiveId" clId="{EC002751-3202-4107-BC44-F611AD70E438}" dt="2019-11-13T19:53:25.238" v="832" actId="21"/>
          <ac:spMkLst>
            <pc:docMk/>
            <pc:sldMk cId="3668942479" sldId="311"/>
            <ac:spMk id="5" creationId="{00000000-0000-0000-0000-000000000000}"/>
          </ac:spMkLst>
        </pc:spChg>
        <pc:picChg chg="del">
          <ac:chgData name="Faithe Wempen" userId="a5b80fda8aef011f" providerId="LiveId" clId="{EC002751-3202-4107-BC44-F611AD70E438}" dt="2019-11-13T19:51:48.602" v="660" actId="21"/>
          <ac:picMkLst>
            <pc:docMk/>
            <pc:sldMk cId="3668942479" sldId="311"/>
            <ac:picMk id="270338" creationId="{00000000-0000-0000-0000-000000000000}"/>
          </ac:picMkLst>
        </pc:picChg>
      </pc:sldChg>
      <pc:sldChg chg="modSp mod">
        <pc:chgData name="Faithe Wempen" userId="a5b80fda8aef011f" providerId="LiveId" clId="{EC002751-3202-4107-BC44-F611AD70E438}" dt="2019-11-13T19:54:28.068" v="852" actId="15"/>
        <pc:sldMkLst>
          <pc:docMk/>
          <pc:sldMk cId="3668942479" sldId="312"/>
        </pc:sldMkLst>
        <pc:spChg chg="mod">
          <ac:chgData name="Faithe Wempen" userId="a5b80fda8aef011f" providerId="LiveId" clId="{EC002751-3202-4107-BC44-F611AD70E438}" dt="2019-11-13T19:54:28.068" v="852" actId="15"/>
          <ac:spMkLst>
            <pc:docMk/>
            <pc:sldMk cId="3668942479" sldId="312"/>
            <ac:spMk id="5" creationId="{00000000-0000-0000-0000-000000000000}"/>
          </ac:spMkLst>
        </pc:spChg>
      </pc:sldChg>
      <pc:sldChg chg="modSp mod">
        <pc:chgData name="Faithe Wempen" userId="a5b80fda8aef011f" providerId="LiveId" clId="{EC002751-3202-4107-BC44-F611AD70E438}" dt="2019-11-13T19:56:32.306" v="1172" actId="113"/>
        <pc:sldMkLst>
          <pc:docMk/>
          <pc:sldMk cId="3668942479" sldId="313"/>
        </pc:sldMkLst>
        <pc:spChg chg="mod">
          <ac:chgData name="Faithe Wempen" userId="a5b80fda8aef011f" providerId="LiveId" clId="{EC002751-3202-4107-BC44-F611AD70E438}" dt="2019-11-13T19:56:32.306" v="1172" actId="113"/>
          <ac:spMkLst>
            <pc:docMk/>
            <pc:sldMk cId="3668942479" sldId="313"/>
            <ac:spMk id="5" creationId="{00000000-0000-0000-0000-000000000000}"/>
          </ac:spMkLst>
        </pc:spChg>
      </pc:sldChg>
      <pc:sldChg chg="modSp del mod">
        <pc:chgData name="Faithe Wempen" userId="a5b80fda8aef011f" providerId="LiveId" clId="{EC002751-3202-4107-BC44-F611AD70E438}" dt="2019-11-13T19:56:46.158" v="1175" actId="47"/>
        <pc:sldMkLst>
          <pc:docMk/>
          <pc:sldMk cId="3668942479" sldId="314"/>
        </pc:sldMkLst>
        <pc:spChg chg="mod">
          <ac:chgData name="Faithe Wempen" userId="a5b80fda8aef011f" providerId="LiveId" clId="{EC002751-3202-4107-BC44-F611AD70E438}" dt="2019-11-13T19:56:41.012" v="1174" actId="27636"/>
          <ac:spMkLst>
            <pc:docMk/>
            <pc:sldMk cId="3668942479" sldId="314"/>
            <ac:spMk id="5" creationId="{00000000-0000-0000-0000-000000000000}"/>
          </ac:spMkLst>
        </pc:spChg>
      </pc:sldChg>
      <pc:sldChg chg="modSp mod">
        <pc:chgData name="Faithe Wempen" userId="a5b80fda8aef011f" providerId="LiveId" clId="{EC002751-3202-4107-BC44-F611AD70E438}" dt="2019-11-13T19:57:09.916" v="1193" actId="1076"/>
        <pc:sldMkLst>
          <pc:docMk/>
          <pc:sldMk cId="3668942479" sldId="315"/>
        </pc:sldMkLst>
        <pc:spChg chg="mod">
          <ac:chgData name="Faithe Wempen" userId="a5b80fda8aef011f" providerId="LiveId" clId="{EC002751-3202-4107-BC44-F611AD70E438}" dt="2019-11-13T19:57:07.808" v="1192" actId="20577"/>
          <ac:spMkLst>
            <pc:docMk/>
            <pc:sldMk cId="3668942479" sldId="315"/>
            <ac:spMk id="2" creationId="{D1A8C3D5-FE33-4BED-9774-2F2AC121D7C9}"/>
          </ac:spMkLst>
        </pc:spChg>
        <pc:picChg chg="mod">
          <ac:chgData name="Faithe Wempen" userId="a5b80fda8aef011f" providerId="LiveId" clId="{EC002751-3202-4107-BC44-F611AD70E438}" dt="2019-11-13T19:57:09.916" v="1193" actId="1076"/>
          <ac:picMkLst>
            <pc:docMk/>
            <pc:sldMk cId="3668942479" sldId="315"/>
            <ac:picMk id="6" creationId="{AD3FA379-C1E0-46CA-83D8-EC753CB75CB7}"/>
          </ac:picMkLst>
        </pc:picChg>
      </pc:sldChg>
      <pc:sldChg chg="modSp mod">
        <pc:chgData name="Faithe Wempen" userId="a5b80fda8aef011f" providerId="LiveId" clId="{EC002751-3202-4107-BC44-F611AD70E438}" dt="2019-11-13T19:57:31.160" v="1219" actId="114"/>
        <pc:sldMkLst>
          <pc:docMk/>
          <pc:sldMk cId="3668942479" sldId="316"/>
        </pc:sldMkLst>
        <pc:spChg chg="mod">
          <ac:chgData name="Faithe Wempen" userId="a5b80fda8aef011f" providerId="LiveId" clId="{EC002751-3202-4107-BC44-F611AD70E438}" dt="2019-11-13T19:57:31.160" v="1219" actId="114"/>
          <ac:spMkLst>
            <pc:docMk/>
            <pc:sldMk cId="3668942479" sldId="316"/>
            <ac:spMk id="2" creationId="{714CB078-3151-49A8-9A3F-6914FACB7E7C}"/>
          </ac:spMkLst>
        </pc:spChg>
      </pc:sldChg>
      <pc:sldChg chg="addSp delSp modSp mod">
        <pc:chgData name="Faithe Wempen" userId="a5b80fda8aef011f" providerId="LiveId" clId="{EC002751-3202-4107-BC44-F611AD70E438}" dt="2019-11-13T19:58:08.132" v="1225" actId="1076"/>
        <pc:sldMkLst>
          <pc:docMk/>
          <pc:sldMk cId="3668942479" sldId="317"/>
        </pc:sldMkLst>
        <pc:spChg chg="del mod">
          <ac:chgData name="Faithe Wempen" userId="a5b80fda8aef011f" providerId="LiveId" clId="{EC002751-3202-4107-BC44-F611AD70E438}" dt="2019-11-13T19:58:02.688" v="1223"/>
          <ac:spMkLst>
            <pc:docMk/>
            <pc:sldMk cId="3668942479" sldId="317"/>
            <ac:spMk id="5" creationId="{00000000-0000-0000-0000-000000000000}"/>
          </ac:spMkLst>
        </pc:spChg>
        <pc:picChg chg="add mod">
          <ac:chgData name="Faithe Wempen" userId="a5b80fda8aef011f" providerId="LiveId" clId="{EC002751-3202-4107-BC44-F611AD70E438}" dt="2019-11-13T19:58:08.132" v="1225" actId="1076"/>
          <ac:picMkLst>
            <pc:docMk/>
            <pc:sldMk cId="3668942479" sldId="317"/>
            <ac:picMk id="6" creationId="{F161187E-D379-4288-8255-83B4685A661D}"/>
          </ac:picMkLst>
        </pc:picChg>
        <pc:picChg chg="del">
          <ac:chgData name="Faithe Wempen" userId="a5b80fda8aef011f" providerId="LiveId" clId="{EC002751-3202-4107-BC44-F611AD70E438}" dt="2019-11-13T19:58:01.297" v="1222" actId="21"/>
          <ac:picMkLst>
            <pc:docMk/>
            <pc:sldMk cId="3668942479" sldId="317"/>
            <ac:picMk id="273410" creationId="{00000000-0000-0000-0000-000000000000}"/>
          </ac:picMkLst>
        </pc:picChg>
      </pc:sldChg>
      <pc:sldChg chg="addSp delSp modSp mod">
        <pc:chgData name="Faithe Wempen" userId="a5b80fda8aef011f" providerId="LiveId" clId="{EC002751-3202-4107-BC44-F611AD70E438}" dt="2019-11-13T19:59:00.996" v="1270" actId="1076"/>
        <pc:sldMkLst>
          <pc:docMk/>
          <pc:sldMk cId="3668942479" sldId="318"/>
        </pc:sldMkLst>
        <pc:spChg chg="mod">
          <ac:chgData name="Faithe Wempen" userId="a5b80fda8aef011f" providerId="LiveId" clId="{EC002751-3202-4107-BC44-F611AD70E438}" dt="2019-11-13T19:58:40.537" v="1265" actId="20577"/>
          <ac:spMkLst>
            <pc:docMk/>
            <pc:sldMk cId="3668942479" sldId="318"/>
            <ac:spMk id="2" creationId="{21DB171A-7E2D-4570-B724-151F0BE069A3}"/>
          </ac:spMkLst>
        </pc:spChg>
        <pc:spChg chg="del mod">
          <ac:chgData name="Faithe Wempen" userId="a5b80fda8aef011f" providerId="LiveId" clId="{EC002751-3202-4107-BC44-F611AD70E438}" dt="2019-11-13T19:58:56.530" v="1268"/>
          <ac:spMkLst>
            <pc:docMk/>
            <pc:sldMk cId="3668942479" sldId="318"/>
            <ac:spMk id="5" creationId="{00000000-0000-0000-0000-000000000000}"/>
          </ac:spMkLst>
        </pc:spChg>
        <pc:picChg chg="del">
          <ac:chgData name="Faithe Wempen" userId="a5b80fda8aef011f" providerId="LiveId" clId="{EC002751-3202-4107-BC44-F611AD70E438}" dt="2019-11-13T19:58:54.957" v="1267" actId="21"/>
          <ac:picMkLst>
            <pc:docMk/>
            <pc:sldMk cId="3668942479" sldId="318"/>
            <ac:picMk id="6" creationId="{F969518E-146D-4D94-9295-86E0A85242BB}"/>
          </ac:picMkLst>
        </pc:picChg>
        <pc:picChg chg="add mod">
          <ac:chgData name="Faithe Wempen" userId="a5b80fda8aef011f" providerId="LiveId" clId="{EC002751-3202-4107-BC44-F611AD70E438}" dt="2019-11-13T19:59:00.996" v="1270" actId="1076"/>
          <ac:picMkLst>
            <pc:docMk/>
            <pc:sldMk cId="3668942479" sldId="318"/>
            <ac:picMk id="7" creationId="{5DE059E1-D767-47B5-82F0-324E2C2D5E2E}"/>
          </ac:picMkLst>
        </pc:picChg>
      </pc:sldChg>
      <pc:sldChg chg="addSp delSp modSp mod">
        <pc:chgData name="Faithe Wempen" userId="a5b80fda8aef011f" providerId="LiveId" clId="{EC002751-3202-4107-BC44-F611AD70E438}" dt="2019-11-13T19:59:39.783" v="1317" actId="20577"/>
        <pc:sldMkLst>
          <pc:docMk/>
          <pc:sldMk cId="3668942479" sldId="319"/>
        </pc:sldMkLst>
        <pc:spChg chg="mod">
          <ac:chgData name="Faithe Wempen" userId="a5b80fda8aef011f" providerId="LiveId" clId="{EC002751-3202-4107-BC44-F611AD70E438}" dt="2019-11-13T19:59:39.783" v="1317" actId="20577"/>
          <ac:spMkLst>
            <pc:docMk/>
            <pc:sldMk cId="3668942479" sldId="319"/>
            <ac:spMk id="2" creationId="{FD8CA3B8-344A-4DC8-B8F6-2A058918EE52}"/>
          </ac:spMkLst>
        </pc:spChg>
        <pc:spChg chg="del mod">
          <ac:chgData name="Faithe Wempen" userId="a5b80fda8aef011f" providerId="LiveId" clId="{EC002751-3202-4107-BC44-F611AD70E438}" dt="2019-11-13T19:59:26.062" v="1273"/>
          <ac:spMkLst>
            <pc:docMk/>
            <pc:sldMk cId="3668942479" sldId="319"/>
            <ac:spMk id="5" creationId="{00000000-0000-0000-0000-000000000000}"/>
          </ac:spMkLst>
        </pc:spChg>
        <pc:picChg chg="add mod">
          <ac:chgData name="Faithe Wempen" userId="a5b80fda8aef011f" providerId="LiveId" clId="{EC002751-3202-4107-BC44-F611AD70E438}" dt="2019-11-13T19:59:30.516" v="1275" actId="1076"/>
          <ac:picMkLst>
            <pc:docMk/>
            <pc:sldMk cId="3668942479" sldId="319"/>
            <ac:picMk id="6" creationId="{AF1D7FDB-72D3-4FFC-AC31-870374BB477C}"/>
          </ac:picMkLst>
        </pc:picChg>
        <pc:picChg chg="del">
          <ac:chgData name="Faithe Wempen" userId="a5b80fda8aef011f" providerId="LiveId" clId="{EC002751-3202-4107-BC44-F611AD70E438}" dt="2019-11-13T19:59:24.815" v="1272" actId="21"/>
          <ac:picMkLst>
            <pc:docMk/>
            <pc:sldMk cId="3668942479" sldId="319"/>
            <ac:picMk id="274434" creationId="{00000000-0000-0000-0000-000000000000}"/>
          </ac:picMkLst>
        </pc:picChg>
      </pc:sldChg>
      <pc:sldChg chg="addSp delSp modSp mod">
        <pc:chgData name="Faithe Wempen" userId="a5b80fda8aef011f" providerId="LiveId" clId="{EC002751-3202-4107-BC44-F611AD70E438}" dt="2019-11-13T20:00:13.429" v="1382" actId="1076"/>
        <pc:sldMkLst>
          <pc:docMk/>
          <pc:sldMk cId="3668942479" sldId="320"/>
        </pc:sldMkLst>
        <pc:spChg chg="mod">
          <ac:chgData name="Faithe Wempen" userId="a5b80fda8aef011f" providerId="LiveId" clId="{EC002751-3202-4107-BC44-F611AD70E438}" dt="2019-11-13T20:00:01.139" v="1377" actId="20577"/>
          <ac:spMkLst>
            <pc:docMk/>
            <pc:sldMk cId="3668942479" sldId="320"/>
            <ac:spMk id="2" creationId="{61F99386-5E0C-4F52-ABEF-998605355B94}"/>
          </ac:spMkLst>
        </pc:spChg>
        <pc:spChg chg="del mod">
          <ac:chgData name="Faithe Wempen" userId="a5b80fda8aef011f" providerId="LiveId" clId="{EC002751-3202-4107-BC44-F611AD70E438}" dt="2019-11-13T20:00:08.337" v="1380"/>
          <ac:spMkLst>
            <pc:docMk/>
            <pc:sldMk cId="3668942479" sldId="320"/>
            <ac:spMk id="5" creationId="{00000000-0000-0000-0000-000000000000}"/>
          </ac:spMkLst>
        </pc:spChg>
        <pc:picChg chg="add mod">
          <ac:chgData name="Faithe Wempen" userId="a5b80fda8aef011f" providerId="LiveId" clId="{EC002751-3202-4107-BC44-F611AD70E438}" dt="2019-11-13T20:00:13.429" v="1382" actId="1076"/>
          <ac:picMkLst>
            <pc:docMk/>
            <pc:sldMk cId="3668942479" sldId="320"/>
            <ac:picMk id="6" creationId="{BE4C9B66-FEBA-47DE-A6D3-70CA7F207DD2}"/>
          </ac:picMkLst>
        </pc:picChg>
        <pc:picChg chg="del">
          <ac:chgData name="Faithe Wempen" userId="a5b80fda8aef011f" providerId="LiveId" clId="{EC002751-3202-4107-BC44-F611AD70E438}" dt="2019-11-13T20:00:06.212" v="1379" actId="21"/>
          <ac:picMkLst>
            <pc:docMk/>
            <pc:sldMk cId="3668942479" sldId="320"/>
            <ac:picMk id="275458" creationId="{00000000-0000-0000-0000-000000000000}"/>
          </ac:picMkLst>
        </pc:picChg>
      </pc:sldChg>
      <pc:sldChg chg="modSp del mod">
        <pc:chgData name="Faithe Wempen" userId="a5b80fda8aef011f" providerId="LiveId" clId="{EC002751-3202-4107-BC44-F611AD70E438}" dt="2019-11-13T20:00:56.753" v="1386" actId="47"/>
        <pc:sldMkLst>
          <pc:docMk/>
          <pc:sldMk cId="3668942479" sldId="321"/>
        </pc:sldMkLst>
        <pc:spChg chg="mod">
          <ac:chgData name="Faithe Wempen" userId="a5b80fda8aef011f" providerId="LiveId" clId="{EC002751-3202-4107-BC44-F611AD70E438}" dt="2019-11-13T20:00:48.545" v="1384" actId="27636"/>
          <ac:spMkLst>
            <pc:docMk/>
            <pc:sldMk cId="3668942479" sldId="321"/>
            <ac:spMk id="5" creationId="{00000000-0000-0000-0000-000000000000}"/>
          </ac:spMkLst>
        </pc:spChg>
      </pc:sldChg>
      <pc:sldChg chg="modSp mod modNotesTx">
        <pc:chgData name="Faithe Wempen" userId="a5b80fda8aef011f" providerId="LiveId" clId="{EC002751-3202-4107-BC44-F611AD70E438}" dt="2019-11-13T20:01:07.968" v="1429" actId="20577"/>
        <pc:sldMkLst>
          <pc:docMk/>
          <pc:sldMk cId="3668942479" sldId="322"/>
        </pc:sldMkLst>
        <pc:spChg chg="mod">
          <ac:chgData name="Faithe Wempen" userId="a5b80fda8aef011f" providerId="LiveId" clId="{EC002751-3202-4107-BC44-F611AD70E438}" dt="2019-11-13T20:01:07.968" v="1429" actId="20577"/>
          <ac:spMkLst>
            <pc:docMk/>
            <pc:sldMk cId="3668942479" sldId="322"/>
            <ac:spMk id="2" creationId="{8EC5CEFD-657B-40C9-BAC0-DF27B3164749}"/>
          </ac:spMkLst>
        </pc:spChg>
      </pc:sldChg>
      <pc:sldChg chg="modSp mod">
        <pc:chgData name="Faithe Wempen" userId="a5b80fda8aef011f" providerId="LiveId" clId="{EC002751-3202-4107-BC44-F611AD70E438}" dt="2019-11-13T20:03:11.181" v="1689" actId="1076"/>
        <pc:sldMkLst>
          <pc:docMk/>
          <pc:sldMk cId="3668942479" sldId="323"/>
        </pc:sldMkLst>
        <pc:spChg chg="mod">
          <ac:chgData name="Faithe Wempen" userId="a5b80fda8aef011f" providerId="LiveId" clId="{EC002751-3202-4107-BC44-F611AD70E438}" dt="2019-11-13T20:03:06.321" v="1687" actId="6549"/>
          <ac:spMkLst>
            <pc:docMk/>
            <pc:sldMk cId="3668942479" sldId="323"/>
            <ac:spMk id="5" creationId="{00000000-0000-0000-0000-000000000000}"/>
          </ac:spMkLst>
        </pc:spChg>
        <pc:picChg chg="mod">
          <ac:chgData name="Faithe Wempen" userId="a5b80fda8aef011f" providerId="LiveId" clId="{EC002751-3202-4107-BC44-F611AD70E438}" dt="2019-11-13T20:03:11.181" v="1689" actId="1076"/>
          <ac:picMkLst>
            <pc:docMk/>
            <pc:sldMk cId="3668942479" sldId="323"/>
            <ac:picMk id="276482" creationId="{00000000-0000-0000-0000-000000000000}"/>
          </ac:picMkLst>
        </pc:picChg>
      </pc:sldChg>
      <pc:sldChg chg="modSp mod">
        <pc:chgData name="Faithe Wempen" userId="a5b80fda8aef011f" providerId="LiveId" clId="{EC002751-3202-4107-BC44-F611AD70E438}" dt="2019-11-13T20:03:28.196" v="1744" actId="20577"/>
        <pc:sldMkLst>
          <pc:docMk/>
          <pc:sldMk cId="3668942479" sldId="324"/>
        </pc:sldMkLst>
        <pc:spChg chg="mod">
          <ac:chgData name="Faithe Wempen" userId="a5b80fda8aef011f" providerId="LiveId" clId="{EC002751-3202-4107-BC44-F611AD70E438}" dt="2019-11-13T20:03:28.196" v="1744" actId="20577"/>
          <ac:spMkLst>
            <pc:docMk/>
            <pc:sldMk cId="3668942479" sldId="324"/>
            <ac:spMk id="2" creationId="{398C19EC-C672-4541-944F-8EBEF32CB42D}"/>
          </ac:spMkLst>
        </pc:spChg>
      </pc:sldChg>
      <pc:sldChg chg="addSp delSp modSp mod">
        <pc:chgData name="Faithe Wempen" userId="a5b80fda8aef011f" providerId="LiveId" clId="{EC002751-3202-4107-BC44-F611AD70E438}" dt="2019-11-13T20:04:04.781" v="1809" actId="1076"/>
        <pc:sldMkLst>
          <pc:docMk/>
          <pc:sldMk cId="3668942479" sldId="325"/>
        </pc:sldMkLst>
        <pc:spChg chg="mod">
          <ac:chgData name="Faithe Wempen" userId="a5b80fda8aef011f" providerId="LiveId" clId="{EC002751-3202-4107-BC44-F611AD70E438}" dt="2019-11-13T20:03:48.429" v="1804" actId="20577"/>
          <ac:spMkLst>
            <pc:docMk/>
            <pc:sldMk cId="3668942479" sldId="325"/>
            <ac:spMk id="2" creationId="{9F4F1EBE-3D98-486E-B9D8-58E36D5121DB}"/>
          </ac:spMkLst>
        </pc:spChg>
        <pc:spChg chg="del mod">
          <ac:chgData name="Faithe Wempen" userId="a5b80fda8aef011f" providerId="LiveId" clId="{EC002751-3202-4107-BC44-F611AD70E438}" dt="2019-11-13T20:03:55.645" v="1807"/>
          <ac:spMkLst>
            <pc:docMk/>
            <pc:sldMk cId="3668942479" sldId="325"/>
            <ac:spMk id="5" creationId="{00000000-0000-0000-0000-000000000000}"/>
          </ac:spMkLst>
        </pc:spChg>
        <pc:picChg chg="add mod">
          <ac:chgData name="Faithe Wempen" userId="a5b80fda8aef011f" providerId="LiveId" clId="{EC002751-3202-4107-BC44-F611AD70E438}" dt="2019-11-13T20:04:04.781" v="1809" actId="1076"/>
          <ac:picMkLst>
            <pc:docMk/>
            <pc:sldMk cId="3668942479" sldId="325"/>
            <ac:picMk id="6" creationId="{57D273F2-647D-47A2-B291-F9CBFF0ABC37}"/>
          </ac:picMkLst>
        </pc:picChg>
        <pc:picChg chg="del">
          <ac:chgData name="Faithe Wempen" userId="a5b80fda8aef011f" providerId="LiveId" clId="{EC002751-3202-4107-BC44-F611AD70E438}" dt="2019-11-13T20:03:54.552" v="1806" actId="21"/>
          <ac:picMkLst>
            <pc:docMk/>
            <pc:sldMk cId="3668942479" sldId="325"/>
            <ac:picMk id="277506" creationId="{00000000-0000-0000-0000-000000000000}"/>
          </ac:picMkLst>
        </pc:picChg>
      </pc:sldChg>
      <pc:sldChg chg="addSp delSp new del">
        <pc:chgData name="Faithe Wempen" userId="a5b80fda8aef011f" providerId="LiveId" clId="{EC002751-3202-4107-BC44-F611AD70E438}" dt="2019-11-13T19:35:37.420" v="74" actId="47"/>
        <pc:sldMkLst>
          <pc:docMk/>
          <pc:sldMk cId="1700590794" sldId="326"/>
        </pc:sldMkLst>
        <pc:spChg chg="add del">
          <ac:chgData name="Faithe Wempen" userId="a5b80fda8aef011f" providerId="LiveId" clId="{EC002751-3202-4107-BC44-F611AD70E438}" dt="2019-11-13T19:34:07.555" v="4"/>
          <ac:spMkLst>
            <pc:docMk/>
            <pc:sldMk cId="1700590794" sldId="326"/>
            <ac:spMk id="4" creationId="{EE10A3E8-A7B7-42D7-BA90-BA26933010B2}"/>
          </ac:spMkLst>
        </pc:spChg>
      </pc:sldChg>
      <pc:sldChg chg="new del">
        <pc:chgData name="Faithe Wempen" userId="a5b80fda8aef011f" providerId="LiveId" clId="{EC002751-3202-4107-BC44-F611AD70E438}" dt="2019-11-13T19:34:39.007" v="6" actId="680"/>
        <pc:sldMkLst>
          <pc:docMk/>
          <pc:sldMk cId="728391845" sldId="32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8C90D0-67E9-4F64-9234-AE5CC3E58CA0}" type="datetimeFigureOut">
              <a:rPr lang="en-US" smtClean="0"/>
              <a:pPr/>
              <a:t>11/14/2023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857360-853A-4C07-9725-90698485EC28}" type="slidenum">
              <a:rPr lang="en-US" smtClean="0"/>
              <a:pPr/>
              <a:t>‹#›</a:t>
            </a:fld>
            <a:endParaRPr lang="en-US" dirty="0"/>
          </a:p>
        </p:txBody>
      </p:sp>
    </p:spTree>
    <p:extLst>
      <p:ext uri="{BB962C8B-B14F-4D97-AF65-F5344CB8AC3E}">
        <p14:creationId xmlns:p14="http://schemas.microsoft.com/office/powerpoint/2010/main" val="3314471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1857360-853A-4C07-9725-90698485EC28}" type="slidenum">
              <a:rPr lang="en-US" smtClean="0"/>
              <a:pPr/>
              <a:t>2</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r>
              <a:rPr lang="en-US" dirty="0"/>
              <a:t>An ACL consists of one or more configuration commands, each matching a set of packets and then taking a permit/deny action.</a:t>
            </a:r>
          </a:p>
          <a:p>
            <a:pPr marL="181240" indent="-181240">
              <a:buFont typeface="Arial" panose="020B0604020202020204" pitchFamily="34" charset="0"/>
              <a:buChar char="•"/>
            </a:pPr>
            <a:r>
              <a:rPr lang="en-US" dirty="0"/>
              <a:t>An ACL always has a “</a:t>
            </a:r>
            <a:r>
              <a:rPr lang="en-US" b="1" dirty="0"/>
              <a:t>deny any</a:t>
            </a:r>
            <a:r>
              <a:rPr lang="en-US" dirty="0"/>
              <a:t>” statement at the end, which drops all packets not matching the previous criteria. This is an </a:t>
            </a:r>
            <a:r>
              <a:rPr lang="en-US" b="1" dirty="0"/>
              <a:t>implicit </a:t>
            </a:r>
            <a:r>
              <a:rPr lang="en-US" b="0" dirty="0"/>
              <a:t> statement meaning that you don’t actually see it in the running config or when you list the ACL. This statement can be overridden by configuring a “</a:t>
            </a:r>
            <a:r>
              <a:rPr lang="en-US" b="1" dirty="0"/>
              <a:t>permit any </a:t>
            </a:r>
            <a:r>
              <a:rPr lang="en-US" b="1" dirty="0" err="1"/>
              <a:t>any”</a:t>
            </a:r>
            <a:r>
              <a:rPr lang="en-US" b="0" dirty="0" err="1"/>
              <a:t>command</a:t>
            </a:r>
            <a:r>
              <a:rPr lang="en-US" b="0" dirty="0"/>
              <a:t>.</a:t>
            </a:r>
            <a:endParaRPr lang="en-US" dirty="0"/>
          </a:p>
          <a:p>
            <a:pPr marL="181240" indent="-181240">
              <a:buFont typeface="Arial" panose="020B0604020202020204" pitchFamily="34" charset="0"/>
              <a:buChar char="•"/>
            </a:pPr>
            <a:r>
              <a:rPr lang="en-US" dirty="0"/>
              <a:t>ACL statements are processed in a top-down order and only the first statement that matches is carried out (</a:t>
            </a:r>
            <a:r>
              <a:rPr lang="en-US" b="1" dirty="0"/>
              <a:t>first-match logic</a:t>
            </a:r>
            <a:r>
              <a:rPr lang="en-US" dirty="0"/>
              <a:t>).</a:t>
            </a:r>
          </a:p>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3</a:t>
            </a:fld>
            <a:endParaRPr lang="en-US" dirty="0"/>
          </a:p>
        </p:txBody>
      </p:sp>
    </p:spTree>
    <p:extLst>
      <p:ext uri="{BB962C8B-B14F-4D97-AF65-F5344CB8AC3E}">
        <p14:creationId xmlns:p14="http://schemas.microsoft.com/office/powerpoint/2010/main" val="3449582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Sources:</a:t>
            </a:r>
          </a:p>
          <a:p>
            <a:r>
              <a:rPr lang="en-CA" dirty="0"/>
              <a:t>https://www.learncisco.net/courses/cisco-ccna/acls-and-nat/standard-ip-access-control-lists.html</a:t>
            </a:r>
          </a:p>
          <a:p>
            <a:endParaRPr lang="en-CA" dirty="0"/>
          </a:p>
          <a:p>
            <a:r>
              <a:rPr lang="en-CA" dirty="0"/>
              <a:t>https://www.configrouter.com/ccna-dc-faq-ipv4-access-control-lists-cisco-nexus-switches-8713/</a:t>
            </a:r>
          </a:p>
        </p:txBody>
      </p:sp>
      <p:sp>
        <p:nvSpPr>
          <p:cNvPr id="4" name="Slide Number Placeholder 3"/>
          <p:cNvSpPr>
            <a:spLocks noGrp="1"/>
          </p:cNvSpPr>
          <p:nvPr>
            <p:ph type="sldNum" sz="quarter" idx="5"/>
          </p:nvPr>
        </p:nvSpPr>
        <p:spPr/>
        <p:txBody>
          <a:bodyPr/>
          <a:lstStyle/>
          <a:p>
            <a:fld id="{61857360-853A-4C07-9725-90698485EC28}" type="slidenum">
              <a:rPr lang="en-US" smtClean="0"/>
              <a:pPr/>
              <a:t>4</a:t>
            </a:fld>
            <a:endParaRPr lang="en-US" dirty="0"/>
          </a:p>
        </p:txBody>
      </p:sp>
    </p:spTree>
    <p:extLst>
      <p:ext uri="{BB962C8B-B14F-4D97-AF65-F5344CB8AC3E}">
        <p14:creationId xmlns:p14="http://schemas.microsoft.com/office/powerpoint/2010/main" val="2120883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r>
              <a:rPr lang="en-US" dirty="0"/>
              <a:t>ACLs are applied to router interfaces either to incoming traffic (</a:t>
            </a:r>
            <a:r>
              <a:rPr lang="en-US" b="1" dirty="0"/>
              <a:t>inbound</a:t>
            </a:r>
            <a:r>
              <a:rPr lang="en-US" dirty="0"/>
              <a:t>) or to outgoing traffic (</a:t>
            </a:r>
            <a:r>
              <a:rPr lang="en-US" b="1" dirty="0"/>
              <a:t>outbound</a:t>
            </a:r>
            <a:r>
              <a:rPr lang="en-US" dirty="0"/>
              <a:t>).</a:t>
            </a:r>
          </a:p>
          <a:p>
            <a:pPr marL="181240" indent="-181240">
              <a:buFont typeface="Arial" panose="020B0604020202020204" pitchFamily="34" charset="0"/>
              <a:buChar char="•"/>
            </a:pPr>
            <a:r>
              <a:rPr lang="en-US" dirty="0"/>
              <a:t>A standard ACL should be applied as close to the destination as possible, to avoid filtering packets destined for other destinations. On the other hand, an extended ACL should be applied as close to the source as possible in order to save BW, because we have the capability to specify the destination. We do not talk about extended ACLs in this course.</a:t>
            </a:r>
          </a:p>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5</a:t>
            </a:fld>
            <a:endParaRPr lang="en-US" dirty="0"/>
          </a:p>
        </p:txBody>
      </p:sp>
    </p:spTree>
    <p:extLst>
      <p:ext uri="{BB962C8B-B14F-4D97-AF65-F5344CB8AC3E}">
        <p14:creationId xmlns:p14="http://schemas.microsoft.com/office/powerpoint/2010/main" val="4101069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6</a:t>
            </a:fld>
            <a:endParaRPr lang="en-US" dirty="0"/>
          </a:p>
        </p:txBody>
      </p:sp>
    </p:spTree>
    <p:extLst>
      <p:ext uri="{BB962C8B-B14F-4D97-AF65-F5344CB8AC3E}">
        <p14:creationId xmlns:p14="http://schemas.microsoft.com/office/powerpoint/2010/main" val="1948421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 this lecture, we will only focus on IPv4 </a:t>
            </a:r>
            <a:r>
              <a:rPr lang="en-US" b="1" dirty="0"/>
              <a:t>standard numbered </a:t>
            </a:r>
            <a:r>
              <a:rPr lang="en-US" dirty="0"/>
              <a:t>ACLs.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 standard ACL matches only the source IP address, while an extended ACL can match other headers such as destination IP address, </a:t>
            </a:r>
            <a:r>
              <a:rPr lang="en-US" dirty="0" err="1"/>
              <a:t>src</a:t>
            </a:r>
            <a:r>
              <a:rPr lang="en-US" dirty="0"/>
              <a:t>/</a:t>
            </a:r>
            <a:r>
              <a:rPr lang="en-US" dirty="0" err="1"/>
              <a:t>dest</a:t>
            </a:r>
            <a:r>
              <a:rPr lang="en-US" dirty="0"/>
              <a:t> port numbers, protocol type, etc.</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7</a:t>
            </a:fld>
            <a:endParaRPr lang="en-US" dirty="0"/>
          </a:p>
        </p:txBody>
      </p:sp>
    </p:spTree>
    <p:extLst>
      <p:ext uri="{BB962C8B-B14F-4D97-AF65-F5344CB8AC3E}">
        <p14:creationId xmlns:p14="http://schemas.microsoft.com/office/powerpoint/2010/main" val="938516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would happen if the second and the third commands were swapped? Think of 10.1.1.2 as an example.</a:t>
            </a:r>
          </a:p>
        </p:txBody>
      </p:sp>
      <p:sp>
        <p:nvSpPr>
          <p:cNvPr id="4" name="Slide Number Placeholder 3"/>
          <p:cNvSpPr>
            <a:spLocks noGrp="1"/>
          </p:cNvSpPr>
          <p:nvPr>
            <p:ph type="sldNum" sz="quarter" idx="5"/>
          </p:nvPr>
        </p:nvSpPr>
        <p:spPr/>
        <p:txBody>
          <a:bodyPr/>
          <a:lstStyle/>
          <a:p>
            <a:fld id="{61857360-853A-4C07-9725-90698485EC28}" type="slidenum">
              <a:rPr lang="en-US" smtClean="0"/>
              <a:pPr/>
              <a:t>8</a:t>
            </a:fld>
            <a:endParaRPr lang="en-US" dirty="0"/>
          </a:p>
        </p:txBody>
      </p:sp>
    </p:spTree>
    <p:extLst>
      <p:ext uri="{BB962C8B-B14F-4D97-AF65-F5344CB8AC3E}">
        <p14:creationId xmlns:p14="http://schemas.microsoft.com/office/powerpoint/2010/main" val="3979002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put the most specific commands first.</a:t>
            </a:r>
          </a:p>
        </p:txBody>
      </p:sp>
      <p:sp>
        <p:nvSpPr>
          <p:cNvPr id="4" name="Slide Number Placeholder 3"/>
          <p:cNvSpPr>
            <a:spLocks noGrp="1"/>
          </p:cNvSpPr>
          <p:nvPr>
            <p:ph type="sldNum" sz="quarter" idx="5"/>
          </p:nvPr>
        </p:nvSpPr>
        <p:spPr/>
        <p:txBody>
          <a:bodyPr/>
          <a:lstStyle/>
          <a:p>
            <a:fld id="{61857360-853A-4C07-9725-90698485EC28}" type="slidenum">
              <a:rPr lang="en-US" smtClean="0"/>
              <a:pPr/>
              <a:t>9</a:t>
            </a:fld>
            <a:endParaRPr lang="en-US" dirty="0"/>
          </a:p>
        </p:txBody>
      </p:sp>
    </p:spTree>
    <p:extLst>
      <p:ext uri="{BB962C8B-B14F-4D97-AF65-F5344CB8AC3E}">
        <p14:creationId xmlns:p14="http://schemas.microsoft.com/office/powerpoint/2010/main" val="1693429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Instead of subnet masks, wildcard masks are used to identify a source or a destination subnet. For example, 0.0.0.255 is the wildcard mask corresponding to a subnet mask of 255.255.255.0.</a:t>
            </a:r>
          </a:p>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10</a:t>
            </a:fld>
            <a:endParaRPr lang="en-US" dirty="0"/>
          </a:p>
        </p:txBody>
      </p:sp>
    </p:spTree>
    <p:extLst>
      <p:ext uri="{BB962C8B-B14F-4D97-AF65-F5344CB8AC3E}">
        <p14:creationId xmlns:p14="http://schemas.microsoft.com/office/powerpoint/2010/main" val="2690947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11</a:t>
            </a:fld>
            <a:endParaRPr lang="en-US" dirty="0"/>
          </a:p>
        </p:txBody>
      </p:sp>
    </p:spTree>
    <p:extLst>
      <p:ext uri="{BB962C8B-B14F-4D97-AF65-F5344CB8AC3E}">
        <p14:creationId xmlns:p14="http://schemas.microsoft.com/office/powerpoint/2010/main" val="2583079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Note: </a:t>
            </a:r>
            <a:r>
              <a:rPr lang="en-CA" b="0" dirty="0"/>
              <a:t>A wildcard mask is not always the inverted form of a subnet mask. For example, 0.0.255.0 can be a wildcard mask, while 255.255.0.255 is not a subnet mask. In general, a wildcard mask is a matching rule that indicates which bits must match, no matter where in the IP address they are. This is particularly helpful when you need to match multiple IP addresses that do not belong to the same subnet.</a:t>
            </a:r>
          </a:p>
          <a:p>
            <a:r>
              <a:rPr lang="en-CA" b="0" dirty="0"/>
              <a:t>Example:   </a:t>
            </a:r>
            <a:r>
              <a:rPr lang="en-CA" b="1"/>
              <a:t>access-list  1  </a:t>
            </a:r>
            <a:r>
              <a:rPr lang="en-CA" b="1" dirty="0"/>
              <a:t>permit  10.1.0.1  0.0.255.0 </a:t>
            </a:r>
          </a:p>
          <a:p>
            <a:r>
              <a:rPr lang="en-CA" b="0" dirty="0"/>
              <a:t>This command would match addresses such as 10.1.1.1, 10.1.100.1, 10.1.220.1, …</a:t>
            </a:r>
          </a:p>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12</a:t>
            </a:fld>
            <a:endParaRPr lang="en-US" dirty="0"/>
          </a:p>
        </p:txBody>
      </p:sp>
    </p:spTree>
    <p:extLst>
      <p:ext uri="{BB962C8B-B14F-4D97-AF65-F5344CB8AC3E}">
        <p14:creationId xmlns:p14="http://schemas.microsoft.com/office/powerpoint/2010/main" val="3910862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 This command is not shown in the running configuration.</a:t>
            </a:r>
          </a:p>
        </p:txBody>
      </p:sp>
      <p:sp>
        <p:nvSpPr>
          <p:cNvPr id="4" name="Slide Number Placeholder 3"/>
          <p:cNvSpPr>
            <a:spLocks noGrp="1"/>
          </p:cNvSpPr>
          <p:nvPr>
            <p:ph type="sldNum" sz="quarter" idx="5"/>
          </p:nvPr>
        </p:nvSpPr>
        <p:spPr/>
        <p:txBody>
          <a:bodyPr/>
          <a:lstStyle/>
          <a:p>
            <a:fld id="{61857360-853A-4C07-9725-90698485EC28}" type="slidenum">
              <a:rPr lang="en-US" smtClean="0"/>
              <a:pPr/>
              <a:t>13</a:t>
            </a:fld>
            <a:endParaRPr lang="en-US" dirty="0"/>
          </a:p>
        </p:txBody>
      </p:sp>
    </p:spTree>
    <p:extLst>
      <p:ext uri="{BB962C8B-B14F-4D97-AF65-F5344CB8AC3E}">
        <p14:creationId xmlns:p14="http://schemas.microsoft.com/office/powerpoint/2010/main" val="3973401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14</a:t>
            </a:fld>
            <a:endParaRPr lang="en-US" dirty="0"/>
          </a:p>
        </p:txBody>
      </p:sp>
    </p:spTree>
    <p:extLst>
      <p:ext uri="{BB962C8B-B14F-4D97-AF65-F5344CB8AC3E}">
        <p14:creationId xmlns:p14="http://schemas.microsoft.com/office/powerpoint/2010/main" val="3494828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15</a:t>
            </a:fld>
            <a:endParaRPr lang="en-US" dirty="0"/>
          </a:p>
        </p:txBody>
      </p:sp>
    </p:spTree>
    <p:extLst>
      <p:ext uri="{BB962C8B-B14F-4D97-AF65-F5344CB8AC3E}">
        <p14:creationId xmlns:p14="http://schemas.microsoft.com/office/powerpoint/2010/main" val="2993530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 command “show interface” can also be used to see the list of applied ACLs to an interface.</a:t>
            </a:r>
          </a:p>
          <a:p>
            <a:endParaRPr lang="en-CA"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16</a:t>
            </a:fld>
            <a:endParaRPr lang="en-US" dirty="0"/>
          </a:p>
        </p:txBody>
      </p:sp>
    </p:spTree>
    <p:extLst>
      <p:ext uri="{BB962C8B-B14F-4D97-AF65-F5344CB8AC3E}">
        <p14:creationId xmlns:p14="http://schemas.microsoft.com/office/powerpoint/2010/main" val="3834494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17</a:t>
            </a:fld>
            <a:endParaRPr lang="en-US" dirty="0"/>
          </a:p>
        </p:txBody>
      </p:sp>
    </p:spTree>
    <p:extLst>
      <p:ext uri="{BB962C8B-B14F-4D97-AF65-F5344CB8AC3E}">
        <p14:creationId xmlns:p14="http://schemas.microsoft.com/office/powerpoint/2010/main" val="3214242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r>
              <a:rPr lang="en-CA" dirty="0"/>
              <a:t>The command “</a:t>
            </a:r>
            <a:r>
              <a:rPr lang="en-CA" b="1" dirty="0" err="1"/>
              <a:t>ip</a:t>
            </a:r>
            <a:r>
              <a:rPr lang="en-CA" b="1" dirty="0"/>
              <a:t> access-group</a:t>
            </a:r>
            <a:r>
              <a:rPr lang="en-CA" dirty="0"/>
              <a:t>” is used to apply an ACL to an interface.</a:t>
            </a:r>
          </a:p>
          <a:p>
            <a:pPr marL="181240" indent="-181240">
              <a:buFont typeface="Arial" panose="020B0604020202020204" pitchFamily="34" charset="0"/>
              <a:buChar char="•"/>
            </a:pPr>
            <a:r>
              <a:rPr lang="en-CA" dirty="0"/>
              <a:t>The keyword “remark” is used to leave a comment.</a:t>
            </a:r>
          </a:p>
          <a:p>
            <a:pPr marL="181240" indent="-181240">
              <a:buFont typeface="Arial" panose="020B0604020202020204" pitchFamily="34" charset="0"/>
              <a:buChar char="•"/>
            </a:pPr>
            <a:r>
              <a:rPr lang="en-CA" dirty="0"/>
              <a:t>The </a:t>
            </a:r>
            <a:r>
              <a:rPr lang="en-CA" b="1" dirty="0"/>
              <a:t>log </a:t>
            </a:r>
            <a:r>
              <a:rPr lang="en-CA" b="0" dirty="0"/>
              <a:t>keyword causes log messages to be created every time the command is matched.</a:t>
            </a:r>
            <a:endParaRPr lang="en-CA" dirty="0"/>
          </a:p>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18</a:t>
            </a:fld>
            <a:endParaRPr lang="en-US" dirty="0"/>
          </a:p>
        </p:txBody>
      </p:sp>
    </p:spTree>
    <p:extLst>
      <p:ext uri="{BB962C8B-B14F-4D97-AF65-F5344CB8AC3E}">
        <p14:creationId xmlns:p14="http://schemas.microsoft.com/office/powerpoint/2010/main" val="966983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standard ACL only checks the source IP address.</a:t>
            </a:r>
          </a:p>
        </p:txBody>
      </p:sp>
      <p:sp>
        <p:nvSpPr>
          <p:cNvPr id="4" name="Slide Number Placeholder 3"/>
          <p:cNvSpPr>
            <a:spLocks noGrp="1"/>
          </p:cNvSpPr>
          <p:nvPr>
            <p:ph type="sldNum" sz="quarter" idx="5"/>
          </p:nvPr>
        </p:nvSpPr>
        <p:spPr/>
        <p:txBody>
          <a:bodyPr/>
          <a:lstStyle/>
          <a:p>
            <a:fld id="{61857360-853A-4C07-9725-90698485EC28}" type="slidenum">
              <a:rPr lang="en-US" smtClean="0"/>
              <a:pPr/>
              <a:t>19</a:t>
            </a:fld>
            <a:endParaRPr lang="en-US" dirty="0"/>
          </a:p>
        </p:txBody>
      </p:sp>
    </p:spTree>
    <p:extLst>
      <p:ext uri="{BB962C8B-B14F-4D97-AF65-F5344CB8AC3E}">
        <p14:creationId xmlns:p14="http://schemas.microsoft.com/office/powerpoint/2010/main" val="1135909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20</a:t>
            </a:fld>
            <a:endParaRPr lang="en-US" dirty="0"/>
          </a:p>
        </p:txBody>
      </p:sp>
    </p:spTree>
    <p:extLst>
      <p:ext uri="{BB962C8B-B14F-4D97-AF65-F5344CB8AC3E}">
        <p14:creationId xmlns:p14="http://schemas.microsoft.com/office/powerpoint/2010/main" val="2803716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21</a:t>
            </a:fld>
            <a:endParaRPr lang="en-US" dirty="0"/>
          </a:p>
        </p:txBody>
      </p:sp>
    </p:spTree>
    <p:extLst>
      <p:ext uri="{BB962C8B-B14F-4D97-AF65-F5344CB8AC3E}">
        <p14:creationId xmlns:p14="http://schemas.microsoft.com/office/powerpoint/2010/main" val="1707832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857360-853A-4C07-9725-90698485EC28}" type="slidenum">
              <a:rPr lang="en-US" smtClean="0"/>
              <a:pPr/>
              <a:t>22</a:t>
            </a:fld>
            <a:endParaRPr lang="en-US" dirty="0"/>
          </a:p>
        </p:txBody>
      </p:sp>
    </p:spTree>
    <p:extLst>
      <p:ext uri="{BB962C8B-B14F-4D97-AF65-F5344CB8AC3E}">
        <p14:creationId xmlns:p14="http://schemas.microsoft.com/office/powerpoint/2010/main" val="442087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Regardless of the IP address used in the access-list command, the verification commands always show the lower end of the range and the wildcard mask.</a:t>
            </a:r>
          </a:p>
        </p:txBody>
      </p:sp>
      <p:sp>
        <p:nvSpPr>
          <p:cNvPr id="4" name="Slide Number Placeholder 3"/>
          <p:cNvSpPr>
            <a:spLocks noGrp="1"/>
          </p:cNvSpPr>
          <p:nvPr>
            <p:ph type="sldNum" sz="quarter" idx="5"/>
          </p:nvPr>
        </p:nvSpPr>
        <p:spPr/>
        <p:txBody>
          <a:bodyPr/>
          <a:lstStyle/>
          <a:p>
            <a:fld id="{61857360-853A-4C07-9725-90698485EC28}" type="slidenum">
              <a:rPr lang="en-US" smtClean="0"/>
              <a:pPr/>
              <a:t>23</a:t>
            </a:fld>
            <a:endParaRPr lang="en-US" dirty="0"/>
          </a:p>
        </p:txBody>
      </p:sp>
    </p:spTree>
    <p:extLst>
      <p:ext uri="{BB962C8B-B14F-4D97-AF65-F5344CB8AC3E}">
        <p14:creationId xmlns:p14="http://schemas.microsoft.com/office/powerpoint/2010/main" val="3789926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CA17D9E7-6722-41D2-9C2B-6686F1DA4B77}" type="datetimeFigureOut">
              <a:rPr lang="en-US" smtClean="0"/>
              <a:pPr/>
              <a:t>11/14/2023</a:t>
            </a:fld>
            <a:endParaRPr lang="en-US" dirty="0"/>
          </a:p>
        </p:txBody>
      </p:sp>
      <p:sp>
        <p:nvSpPr>
          <p:cNvPr id="17" name="Footer Placeholder 16"/>
          <p:cNvSpPr>
            <a:spLocks noGrp="1"/>
          </p:cNvSpPr>
          <p:nvPr>
            <p:ph type="ftr" sz="quarter" idx="11"/>
          </p:nvPr>
        </p:nvSpPr>
        <p:spPr>
          <a:xfrm>
            <a:off x="5410200" y="4205288"/>
            <a:ext cx="1295400" cy="457200"/>
          </a:xfrm>
        </p:spPr>
        <p:txBody>
          <a:bodyPr/>
          <a:lstStyle/>
          <a:p>
            <a:endParaRPr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2925451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lvl1pPr>
              <a:spcBef>
                <a:spcPts val="0"/>
              </a:spcBef>
              <a:spcAft>
                <a:spcPts val="1200"/>
              </a:spcAft>
              <a:defRPr/>
            </a:lvl1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CA17D9E7-6722-41D2-9C2B-6686F1DA4B77}" type="datetimeFigureOut">
              <a:rPr lang="en-US" smtClean="0"/>
              <a:pPr/>
              <a:t>11/14/2023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3808983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A17D9E7-6722-41D2-9C2B-6686F1DA4B77}" type="datetimeFigureOut">
              <a:rPr lang="en-US" smtClean="0"/>
              <a:pPr/>
              <a:t>11/14/2023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4051846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A17D9E7-6722-41D2-9C2B-6686F1DA4B77}" type="datetimeFigureOut">
              <a:rPr lang="en-US" smtClean="0"/>
              <a:pPr/>
              <a:t>11/14/2023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1311118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CA17D9E7-6722-41D2-9C2B-6686F1DA4B77}" type="datetimeFigureOut">
              <a:rPr lang="en-US" smtClean="0"/>
              <a:pPr/>
              <a:t>11/14/2023</a:t>
            </a:fld>
            <a:endParaRPr lang="en-US" dirty="0"/>
          </a:p>
        </p:txBody>
      </p:sp>
      <p:sp>
        <p:nvSpPr>
          <p:cNvPr id="27" name="Slide Number Placeholder 26"/>
          <p:cNvSpPr>
            <a:spLocks noGrp="1"/>
          </p:cNvSpPr>
          <p:nvPr>
            <p:ph type="sldNum" sz="quarter" idx="11"/>
          </p:nvPr>
        </p:nvSpPr>
        <p:spPr/>
        <p:txBody>
          <a:bodyPr rtlCol="0"/>
          <a:lstStyle/>
          <a:p>
            <a:fld id="{422FAC6F-054A-4016-88FB-76F5E8065C2D}" type="slidenum">
              <a:rPr lang="en-US" smtClean="0"/>
              <a:pPr/>
              <a:t>‹#›</a:t>
            </a:fld>
            <a:endParaRPr lang="en-US" dirty="0"/>
          </a:p>
        </p:txBody>
      </p:sp>
      <p:sp>
        <p:nvSpPr>
          <p:cNvPr id="28" name="Footer Placeholder 27"/>
          <p:cNvSpPr>
            <a:spLocks noGrp="1"/>
          </p:cNvSpPr>
          <p:nvPr>
            <p:ph type="ftr" sz="quarter" idx="12"/>
          </p:nvPr>
        </p:nvSpPr>
        <p:spPr/>
        <p:txBody>
          <a:bodyPr rtlCol="0"/>
          <a:lstStyle/>
          <a:p>
            <a:endParaRPr lang="en-US" dirty="0"/>
          </a:p>
        </p:txBody>
      </p:sp>
    </p:spTree>
    <p:extLst>
      <p:ext uri="{BB962C8B-B14F-4D97-AF65-F5344CB8AC3E}">
        <p14:creationId xmlns:p14="http://schemas.microsoft.com/office/powerpoint/2010/main" val="4180385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CA17D9E7-6722-41D2-9C2B-6686F1DA4B77}" type="datetimeFigureOut">
              <a:rPr lang="en-US" smtClean="0"/>
              <a:pPr/>
              <a:t>11/14/2023</a:t>
            </a:fld>
            <a:endParaRPr lang="en-US" dirty="0"/>
          </a:p>
        </p:txBody>
      </p:sp>
      <p:sp>
        <p:nvSpPr>
          <p:cNvPr id="4" name="Footer Placeholder 3"/>
          <p:cNvSpPr>
            <a:spLocks noGrp="1"/>
          </p:cNvSpPr>
          <p:nvPr>
            <p:ph type="ftr" sz="quarter" idx="11"/>
          </p:nvPr>
        </p:nvSpPr>
        <p:spPr>
          <a:xfrm>
            <a:off x="5257800" y="612648"/>
            <a:ext cx="1325880" cy="457200"/>
          </a:xfrm>
        </p:spPr>
        <p:txBody>
          <a:bodyPr/>
          <a:lstStyle/>
          <a:p>
            <a:endParaRPr lang="en-US" dirty="0"/>
          </a:p>
        </p:txBody>
      </p:sp>
      <p:sp>
        <p:nvSpPr>
          <p:cNvPr id="5" name="Slide Number Placeholder 4"/>
          <p:cNvSpPr>
            <a:spLocks noGrp="1"/>
          </p:cNvSpPr>
          <p:nvPr>
            <p:ph type="sldNum" sz="quarter" idx="12"/>
          </p:nvPr>
        </p:nvSpPr>
        <p:spPr>
          <a:xfrm>
            <a:off x="8174736" y="2272"/>
            <a:ext cx="762000" cy="365760"/>
          </a:xfrm>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146389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17D9E7-6722-41D2-9C2B-6686F1DA4B77}" type="datetimeFigureOut">
              <a:rPr lang="en-US" smtClean="0"/>
              <a:pPr/>
              <a:t>11/14/2023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2500310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A17D9E7-6722-41D2-9C2B-6686F1DA4B77}" type="datetimeFigureOut">
              <a:rPr lang="en-US" smtClean="0"/>
              <a:pPr/>
              <a:t>11/14/2023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3214989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dirty="0"/>
              <a:t>Click icon to add picture</a:t>
            </a:r>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A17D9E7-6722-41D2-9C2B-6686F1DA4B77}" type="datetimeFigureOut">
              <a:rPr lang="en-US" smtClean="0"/>
              <a:pPr/>
              <a:t>11/14/2023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2523236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A17D9E7-6722-41D2-9C2B-6686F1DA4B77}" type="datetimeFigureOut">
              <a:rPr lang="en-US" smtClean="0"/>
              <a:pPr/>
              <a:t>11/14/2023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3255186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A17D9E7-6722-41D2-9C2B-6686F1DA4B77}" type="datetimeFigureOut">
              <a:rPr lang="en-US" smtClean="0"/>
              <a:pPr/>
              <a:t>11/14/2023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1937210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CA17D9E7-6722-41D2-9C2B-6686F1DA4B77}" type="datetimeFigureOut">
              <a:rPr lang="en-US" smtClean="0"/>
              <a:pPr/>
              <a:t>11/14/2023</a:t>
            </a:fld>
            <a:endParaRPr lang="en-US" dirty="0"/>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dirty="0"/>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358290845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1"/>
            <a:ext cx="7772400" cy="2362200"/>
          </a:xfrm>
        </p:spPr>
        <p:txBody>
          <a:bodyPr>
            <a:normAutofit/>
          </a:bodyPr>
          <a:lstStyle/>
          <a:p>
            <a:r>
              <a:rPr lang="en-US" dirty="0"/>
              <a:t>CCNA 200-301, Volume 2</a:t>
            </a:r>
          </a:p>
        </p:txBody>
      </p:sp>
      <p:sp>
        <p:nvSpPr>
          <p:cNvPr id="3" name="Subtitle 2"/>
          <p:cNvSpPr>
            <a:spLocks noGrp="1"/>
          </p:cNvSpPr>
          <p:nvPr>
            <p:ph type="subTitle" idx="1"/>
          </p:nvPr>
        </p:nvSpPr>
        <p:spPr>
          <a:xfrm>
            <a:off x="1028700" y="4343400"/>
            <a:ext cx="7086600" cy="1295400"/>
          </a:xfrm>
        </p:spPr>
        <p:txBody>
          <a:bodyPr>
            <a:normAutofit/>
          </a:bodyPr>
          <a:lstStyle/>
          <a:p>
            <a:r>
              <a:rPr lang="en-US" dirty="0"/>
              <a:t>Chapter  2</a:t>
            </a:r>
          </a:p>
          <a:p>
            <a:r>
              <a:rPr lang="en-US" b="1" dirty="0"/>
              <a:t>Basic IPv4 Access Control Lists</a:t>
            </a:r>
          </a:p>
        </p:txBody>
      </p:sp>
    </p:spTree>
    <p:extLst>
      <p:ext uri="{BB962C8B-B14F-4D97-AF65-F5344CB8AC3E}">
        <p14:creationId xmlns:p14="http://schemas.microsoft.com/office/powerpoint/2010/main" val="1348483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Objectives</a:t>
            </a:r>
          </a:p>
        </p:txBody>
      </p:sp>
      <p:sp>
        <p:nvSpPr>
          <p:cNvPr id="3" name="Content Placeholder 2"/>
          <p:cNvSpPr>
            <a:spLocks noGrp="1"/>
          </p:cNvSpPr>
          <p:nvPr>
            <p:ph idx="1"/>
          </p:nvPr>
        </p:nvSpPr>
        <p:spPr/>
        <p:txBody>
          <a:bodyPr>
            <a:normAutofit/>
          </a:bodyPr>
          <a:lstStyle/>
          <a:p>
            <a:r>
              <a:rPr lang="en-US" dirty="0"/>
              <a:t>Configure and verify </a:t>
            </a:r>
            <a:r>
              <a:rPr lang="en-US" b="1" dirty="0"/>
              <a:t>standard</a:t>
            </a:r>
            <a:r>
              <a:rPr lang="en-US" dirty="0"/>
              <a:t> access control lists</a:t>
            </a:r>
          </a:p>
        </p:txBody>
      </p:sp>
    </p:spTree>
    <p:extLst>
      <p:ext uri="{BB962C8B-B14F-4D97-AF65-F5344CB8AC3E}">
        <p14:creationId xmlns:p14="http://schemas.microsoft.com/office/powerpoint/2010/main" val="974492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791E1B18-BD9C-4BB4-9614-B20B917BBBFB}"/>
              </a:ext>
            </a:extLst>
          </p:cNvPr>
          <p:cNvSpPr>
            <a:spLocks noGrp="1"/>
          </p:cNvSpPr>
          <p:nvPr>
            <p:ph type="title"/>
          </p:nvPr>
        </p:nvSpPr>
        <p:spPr/>
        <p:txBody>
          <a:bodyPr>
            <a:normAutofit/>
          </a:bodyPr>
          <a:lstStyle/>
          <a:p>
            <a:r>
              <a:rPr lang="en-US" dirty="0"/>
              <a:t>IPv4 Access Control List Basics</a:t>
            </a:r>
          </a:p>
        </p:txBody>
      </p:sp>
      <p:sp>
        <p:nvSpPr>
          <p:cNvPr id="10" name="Content Placeholder 2"/>
          <p:cNvSpPr>
            <a:spLocks noGrp="1"/>
          </p:cNvSpPr>
          <p:nvPr>
            <p:ph idx="1"/>
          </p:nvPr>
        </p:nvSpPr>
        <p:spPr/>
        <p:txBody>
          <a:bodyPr>
            <a:normAutofit/>
          </a:bodyPr>
          <a:lstStyle/>
          <a:p>
            <a:r>
              <a:rPr lang="en-US" dirty="0"/>
              <a:t>IPv4 access control lists give network engineers a way to identify different types of packets.</a:t>
            </a:r>
          </a:p>
          <a:p>
            <a:r>
              <a:rPr lang="en-US" dirty="0"/>
              <a:t>ACL configurations list values that the router can see in the IP, ICMP, TCP, and UDP (and other) headers.</a:t>
            </a:r>
          </a:p>
          <a:p>
            <a:r>
              <a:rPr lang="en-US" dirty="0"/>
              <a:t>IPv4 ACLs perform many functions in Cisco routers, including packet filtering and QoS.</a:t>
            </a:r>
          </a:p>
        </p:txBody>
      </p:sp>
    </p:spTree>
    <p:extLst>
      <p:ext uri="{BB962C8B-B14F-4D97-AF65-F5344CB8AC3E}">
        <p14:creationId xmlns:p14="http://schemas.microsoft.com/office/powerpoint/2010/main" val="3668942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F38D3-85FC-73B2-96DC-4B4B0629DE72}"/>
              </a:ext>
            </a:extLst>
          </p:cNvPr>
          <p:cNvSpPr>
            <a:spLocks noGrp="1"/>
          </p:cNvSpPr>
          <p:nvPr>
            <p:ph type="title"/>
          </p:nvPr>
        </p:nvSpPr>
        <p:spPr>
          <a:xfrm>
            <a:off x="457200" y="838200"/>
            <a:ext cx="8229600" cy="1066800"/>
          </a:xfrm>
        </p:spPr>
        <p:txBody>
          <a:bodyPr/>
          <a:lstStyle/>
          <a:p>
            <a:r>
              <a:rPr lang="en-CA" dirty="0"/>
              <a:t>ACL Concepts</a:t>
            </a:r>
          </a:p>
        </p:txBody>
      </p:sp>
      <p:pic>
        <p:nvPicPr>
          <p:cNvPr id="5" name="Content Placeholder 4">
            <a:extLst>
              <a:ext uri="{FF2B5EF4-FFF2-40B4-BE49-F238E27FC236}">
                <a16:creationId xmlns:a16="http://schemas.microsoft.com/office/drawing/2014/main" id="{9D8E3D79-494B-0E61-31B6-3B7007752D5C}"/>
              </a:ext>
            </a:extLst>
          </p:cNvPr>
          <p:cNvPicPr>
            <a:picLocks noGrp="1" noChangeAspect="1"/>
          </p:cNvPicPr>
          <p:nvPr>
            <p:ph idx="1"/>
          </p:nvPr>
        </p:nvPicPr>
        <p:blipFill>
          <a:blip r:embed="rId3"/>
          <a:stretch>
            <a:fillRect/>
          </a:stretch>
        </p:blipFill>
        <p:spPr>
          <a:xfrm>
            <a:off x="1143000" y="1593242"/>
            <a:ext cx="6858000" cy="4517647"/>
          </a:xfrm>
        </p:spPr>
      </p:pic>
      <p:pic>
        <p:nvPicPr>
          <p:cNvPr id="7" name="Picture 6">
            <a:extLst>
              <a:ext uri="{FF2B5EF4-FFF2-40B4-BE49-F238E27FC236}">
                <a16:creationId xmlns:a16="http://schemas.microsoft.com/office/drawing/2014/main" id="{B1DF406A-B4D7-B4FC-1D0E-936456F9193F}"/>
              </a:ext>
            </a:extLst>
          </p:cNvPr>
          <p:cNvPicPr>
            <a:picLocks noChangeAspect="1"/>
          </p:cNvPicPr>
          <p:nvPr/>
        </p:nvPicPr>
        <p:blipFill>
          <a:blip r:embed="rId4"/>
          <a:stretch>
            <a:fillRect/>
          </a:stretch>
        </p:blipFill>
        <p:spPr>
          <a:xfrm>
            <a:off x="4480367" y="5410141"/>
            <a:ext cx="2225233" cy="685859"/>
          </a:xfrm>
          <a:prstGeom prst="rect">
            <a:avLst/>
          </a:prstGeom>
        </p:spPr>
      </p:pic>
    </p:spTree>
    <p:extLst>
      <p:ext uri="{BB962C8B-B14F-4D97-AF65-F5344CB8AC3E}">
        <p14:creationId xmlns:p14="http://schemas.microsoft.com/office/powerpoint/2010/main" val="2115527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A2F40B4C-5598-4887-B7CE-CE965FDFEC9C}"/>
              </a:ext>
            </a:extLst>
          </p:cNvPr>
          <p:cNvSpPr>
            <a:spLocks noGrp="1"/>
          </p:cNvSpPr>
          <p:nvPr>
            <p:ph type="title"/>
          </p:nvPr>
        </p:nvSpPr>
        <p:spPr/>
        <p:txBody>
          <a:bodyPr>
            <a:normAutofit fontScale="90000"/>
          </a:bodyPr>
          <a:lstStyle/>
          <a:p>
            <a:r>
              <a:rPr lang="en-US" dirty="0"/>
              <a:t>Locations to Filter Packets from Hosts A and B Going Toward Server S1</a:t>
            </a:r>
          </a:p>
        </p:txBody>
      </p:sp>
      <p:pic>
        <p:nvPicPr>
          <p:cNvPr id="6" name="Picture 2">
            <a:extLst>
              <a:ext uri="{FF2B5EF4-FFF2-40B4-BE49-F238E27FC236}">
                <a16:creationId xmlns:a16="http://schemas.microsoft.com/office/drawing/2014/main" id="{626F979B-6B25-4175-94A2-32E48A7783B7}"/>
              </a:ext>
            </a:extLst>
          </p:cNvPr>
          <p:cNvPicPr>
            <a:picLocks noGrp="1" noChangeAspect="1" noChangeArrowheads="1"/>
          </p:cNvPicPr>
          <p:nvPr>
            <p:ph idx="1"/>
          </p:nvPr>
        </p:nvPicPr>
        <p:blipFill>
          <a:blip r:embed="rId3" cstate="print"/>
          <a:srcRect/>
          <a:stretch>
            <a:fillRect/>
          </a:stretch>
        </p:blipFill>
        <p:spPr bwMode="auto">
          <a:xfrm>
            <a:off x="988482" y="2743200"/>
            <a:ext cx="7167035" cy="2687638"/>
          </a:xfrm>
          <a:prstGeom prst="rect">
            <a:avLst/>
          </a:prstGeom>
          <a:noFill/>
          <a:ln w="9525">
            <a:noFill/>
            <a:miter lim="800000"/>
            <a:headEnd/>
            <a:tailEnd/>
          </a:ln>
        </p:spPr>
      </p:pic>
      <p:sp>
        <p:nvSpPr>
          <p:cNvPr id="3" name="TextBox 2">
            <a:extLst>
              <a:ext uri="{FF2B5EF4-FFF2-40B4-BE49-F238E27FC236}">
                <a16:creationId xmlns:a16="http://schemas.microsoft.com/office/drawing/2014/main" id="{0BBD09B7-64BF-607C-9374-BDB8C4981BBD}"/>
              </a:ext>
            </a:extLst>
          </p:cNvPr>
          <p:cNvSpPr txBox="1"/>
          <p:nvPr/>
        </p:nvSpPr>
        <p:spPr>
          <a:xfrm flipH="1">
            <a:off x="1828799" y="5897881"/>
            <a:ext cx="5638799" cy="369332"/>
          </a:xfrm>
          <a:prstGeom prst="rect">
            <a:avLst/>
          </a:prstGeom>
          <a:noFill/>
        </p:spPr>
        <p:txBody>
          <a:bodyPr wrap="square" rtlCol="0">
            <a:spAutoFit/>
          </a:bodyPr>
          <a:lstStyle/>
          <a:p>
            <a:r>
              <a:rPr lang="en-CA" dirty="0">
                <a:solidFill>
                  <a:srgbClr val="FF0000"/>
                </a:solidFill>
              </a:rPr>
              <a:t>Standard ACLs only match the source IP address.</a:t>
            </a:r>
          </a:p>
        </p:txBody>
      </p:sp>
    </p:spTree>
    <p:extLst>
      <p:ext uri="{BB962C8B-B14F-4D97-AF65-F5344CB8AC3E}">
        <p14:creationId xmlns:p14="http://schemas.microsoft.com/office/powerpoint/2010/main" val="3668942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72B9DF77-0803-4595-9580-104CDA9A82B3}"/>
              </a:ext>
            </a:extLst>
          </p:cNvPr>
          <p:cNvSpPr>
            <a:spLocks noGrp="1"/>
          </p:cNvSpPr>
          <p:nvPr>
            <p:ph type="title"/>
          </p:nvPr>
        </p:nvSpPr>
        <p:spPr/>
        <p:txBody>
          <a:bodyPr>
            <a:normAutofit fontScale="90000"/>
          </a:bodyPr>
          <a:lstStyle/>
          <a:p>
            <a:r>
              <a:rPr lang="en-US" dirty="0"/>
              <a:t>Pseudocode to Demonstrate ACL Command-Matching Logic</a:t>
            </a:r>
          </a:p>
        </p:txBody>
      </p:sp>
      <p:sp>
        <p:nvSpPr>
          <p:cNvPr id="10" name="Content Placeholder 2"/>
          <p:cNvSpPr>
            <a:spLocks noGrp="1"/>
          </p:cNvSpPr>
          <p:nvPr>
            <p:ph idx="1"/>
          </p:nvPr>
        </p:nvSpPr>
        <p:spPr/>
        <p:txBody>
          <a:bodyPr>
            <a:normAutofit/>
          </a:bodyPr>
          <a:lstStyle/>
          <a:p>
            <a:endParaRPr lang="en-US" dirty="0"/>
          </a:p>
          <a:p>
            <a:endParaRPr lang="en-US" dirty="0"/>
          </a:p>
        </p:txBody>
      </p:sp>
      <p:pic>
        <p:nvPicPr>
          <p:cNvPr id="5" name="Picture 2">
            <a:extLst>
              <a:ext uri="{FF2B5EF4-FFF2-40B4-BE49-F238E27FC236}">
                <a16:creationId xmlns:a16="http://schemas.microsoft.com/office/drawing/2014/main" id="{43F84753-D9DC-4651-BE64-77B098ECA5D7}"/>
              </a:ext>
            </a:extLst>
          </p:cNvPr>
          <p:cNvPicPr>
            <a:picLocks noChangeAspect="1" noChangeArrowheads="1"/>
          </p:cNvPicPr>
          <p:nvPr/>
        </p:nvPicPr>
        <p:blipFill>
          <a:blip r:embed="rId3" cstate="print"/>
          <a:srcRect/>
          <a:stretch>
            <a:fillRect/>
          </a:stretch>
        </p:blipFill>
        <p:spPr bwMode="auto">
          <a:xfrm>
            <a:off x="867427" y="2732794"/>
            <a:ext cx="7409145" cy="2971800"/>
          </a:xfrm>
          <a:prstGeom prst="rect">
            <a:avLst/>
          </a:prstGeom>
          <a:noFill/>
          <a:ln w="9525">
            <a:noFill/>
            <a:miter lim="800000"/>
            <a:headEnd/>
            <a:tailEnd/>
          </a:ln>
        </p:spPr>
      </p:pic>
      <p:sp>
        <p:nvSpPr>
          <p:cNvPr id="3" name="TextBox 2">
            <a:extLst>
              <a:ext uri="{FF2B5EF4-FFF2-40B4-BE49-F238E27FC236}">
                <a16:creationId xmlns:a16="http://schemas.microsoft.com/office/drawing/2014/main" id="{71D4EFF7-E360-C551-11EF-3939AABAF380}"/>
              </a:ext>
            </a:extLst>
          </p:cNvPr>
          <p:cNvSpPr txBox="1"/>
          <p:nvPr/>
        </p:nvSpPr>
        <p:spPr>
          <a:xfrm>
            <a:off x="1752600" y="6172200"/>
            <a:ext cx="5790368" cy="369332"/>
          </a:xfrm>
          <a:prstGeom prst="rect">
            <a:avLst/>
          </a:prstGeom>
          <a:noFill/>
        </p:spPr>
        <p:txBody>
          <a:bodyPr wrap="none" rtlCol="0">
            <a:spAutoFit/>
          </a:bodyPr>
          <a:lstStyle/>
          <a:p>
            <a:r>
              <a:rPr lang="en-CA" dirty="0">
                <a:solidFill>
                  <a:srgbClr val="FF0000"/>
                </a:solidFill>
              </a:rPr>
              <a:t>Is S0/0/1 a better place to put the ACL or F0/0 on R1? </a:t>
            </a:r>
          </a:p>
        </p:txBody>
      </p:sp>
    </p:spTree>
    <p:extLst>
      <p:ext uri="{BB962C8B-B14F-4D97-AF65-F5344CB8AC3E}">
        <p14:creationId xmlns:p14="http://schemas.microsoft.com/office/powerpoint/2010/main" val="3668942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F7DF75D0-4B85-490A-A825-39B8BF8384C0}"/>
              </a:ext>
            </a:extLst>
          </p:cNvPr>
          <p:cNvSpPr>
            <a:spLocks noGrp="1"/>
          </p:cNvSpPr>
          <p:nvPr>
            <p:ph type="title"/>
          </p:nvPr>
        </p:nvSpPr>
        <p:spPr/>
        <p:txBody>
          <a:bodyPr>
            <a:normAutofit/>
          </a:bodyPr>
          <a:lstStyle/>
          <a:p>
            <a:r>
              <a:rPr lang="en-US" dirty="0"/>
              <a:t>Comparisons of IP ACL Types</a:t>
            </a:r>
          </a:p>
        </p:txBody>
      </p:sp>
      <p:pic>
        <p:nvPicPr>
          <p:cNvPr id="6" name="Picture 2">
            <a:extLst>
              <a:ext uri="{FF2B5EF4-FFF2-40B4-BE49-F238E27FC236}">
                <a16:creationId xmlns:a16="http://schemas.microsoft.com/office/drawing/2014/main" id="{47737FC5-5959-4092-A30D-3E3F65077E7C}"/>
              </a:ext>
            </a:extLst>
          </p:cNvPr>
          <p:cNvPicPr>
            <a:picLocks noGrp="1" noChangeAspect="1" noChangeArrowheads="1"/>
          </p:cNvPicPr>
          <p:nvPr>
            <p:ph idx="1"/>
          </p:nvPr>
        </p:nvPicPr>
        <p:blipFill>
          <a:blip r:embed="rId3" cstate="print"/>
          <a:srcRect/>
          <a:stretch>
            <a:fillRect/>
          </a:stretch>
        </p:blipFill>
        <p:spPr bwMode="auto">
          <a:xfrm>
            <a:off x="1955006" y="2362200"/>
            <a:ext cx="5233987" cy="3680346"/>
          </a:xfrm>
          <a:prstGeom prst="rect">
            <a:avLst/>
          </a:prstGeom>
          <a:noFill/>
          <a:ln w="9525">
            <a:noFill/>
            <a:miter lim="800000"/>
            <a:headEnd/>
            <a:tailEnd/>
          </a:ln>
        </p:spPr>
      </p:pic>
      <p:sp>
        <p:nvSpPr>
          <p:cNvPr id="3" name="TextBox 2">
            <a:extLst>
              <a:ext uri="{FF2B5EF4-FFF2-40B4-BE49-F238E27FC236}">
                <a16:creationId xmlns:a16="http://schemas.microsoft.com/office/drawing/2014/main" id="{97744BCD-39D8-45C6-D71F-28C20D116CD9}"/>
              </a:ext>
            </a:extLst>
          </p:cNvPr>
          <p:cNvSpPr txBox="1"/>
          <p:nvPr/>
        </p:nvSpPr>
        <p:spPr>
          <a:xfrm>
            <a:off x="228600" y="2849066"/>
            <a:ext cx="1335280" cy="646331"/>
          </a:xfrm>
          <a:prstGeom prst="rect">
            <a:avLst/>
          </a:prstGeom>
          <a:noFill/>
        </p:spPr>
        <p:txBody>
          <a:bodyPr wrap="square" rtlCol="0">
            <a:spAutoFit/>
          </a:bodyPr>
          <a:lstStyle/>
          <a:p>
            <a:r>
              <a:rPr lang="en-CA" dirty="0"/>
              <a:t>1-99</a:t>
            </a:r>
          </a:p>
          <a:p>
            <a:r>
              <a:rPr lang="en-CA" dirty="0"/>
              <a:t>1300-1999</a:t>
            </a:r>
          </a:p>
        </p:txBody>
      </p:sp>
    </p:spTree>
    <p:extLst>
      <p:ext uri="{BB962C8B-B14F-4D97-AF65-F5344CB8AC3E}">
        <p14:creationId xmlns:p14="http://schemas.microsoft.com/office/powerpoint/2010/main" val="3668942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D462FA73-8973-4F98-8071-602811BC0096}"/>
              </a:ext>
            </a:extLst>
          </p:cNvPr>
          <p:cNvSpPr>
            <a:spLocks noGrp="1"/>
          </p:cNvSpPr>
          <p:nvPr>
            <p:ph type="title"/>
          </p:nvPr>
        </p:nvSpPr>
        <p:spPr/>
        <p:txBody>
          <a:bodyPr>
            <a:normAutofit fontScale="90000"/>
          </a:bodyPr>
          <a:lstStyle/>
          <a:p>
            <a:r>
              <a:rPr lang="en-US" dirty="0"/>
              <a:t>Backdrop for Discussion of List Process with IP ACLs</a:t>
            </a:r>
          </a:p>
        </p:txBody>
      </p:sp>
      <p:pic>
        <p:nvPicPr>
          <p:cNvPr id="6" name="Picture 2">
            <a:extLst>
              <a:ext uri="{FF2B5EF4-FFF2-40B4-BE49-F238E27FC236}">
                <a16:creationId xmlns:a16="http://schemas.microsoft.com/office/drawing/2014/main" id="{AAABE960-1E83-44A9-B188-5CE1B6B68870}"/>
              </a:ext>
            </a:extLst>
          </p:cNvPr>
          <p:cNvPicPr>
            <a:picLocks noGrp="1" noChangeAspect="1" noChangeArrowheads="1"/>
          </p:cNvPicPr>
          <p:nvPr>
            <p:ph idx="1"/>
          </p:nvPr>
        </p:nvPicPr>
        <p:blipFill>
          <a:blip r:embed="rId3" cstate="print"/>
          <a:srcRect/>
          <a:stretch>
            <a:fillRect/>
          </a:stretch>
        </p:blipFill>
        <p:spPr bwMode="auto">
          <a:xfrm>
            <a:off x="785939" y="2582069"/>
            <a:ext cx="7572121" cy="2573338"/>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ED0561D0-1A62-4FF9-8C7C-FD7A9FEEE31F}"/>
              </a:ext>
            </a:extLst>
          </p:cNvPr>
          <p:cNvSpPr>
            <a:spLocks noGrp="1"/>
          </p:cNvSpPr>
          <p:nvPr>
            <p:ph type="title"/>
          </p:nvPr>
        </p:nvSpPr>
        <p:spPr/>
        <p:txBody>
          <a:bodyPr>
            <a:normAutofit fontScale="90000"/>
          </a:bodyPr>
          <a:lstStyle/>
          <a:p>
            <a:r>
              <a:rPr lang="en-US" dirty="0"/>
              <a:t>ACL Items Compared for Packets from Hosts A, B, and C on Previous Slide</a:t>
            </a:r>
          </a:p>
        </p:txBody>
      </p:sp>
      <p:pic>
        <p:nvPicPr>
          <p:cNvPr id="6" name="Picture 2">
            <a:extLst>
              <a:ext uri="{FF2B5EF4-FFF2-40B4-BE49-F238E27FC236}">
                <a16:creationId xmlns:a16="http://schemas.microsoft.com/office/drawing/2014/main" id="{7215D6BF-15A9-4B63-9377-5676A94A5BF8}"/>
              </a:ext>
            </a:extLst>
          </p:cNvPr>
          <p:cNvPicPr>
            <a:picLocks noGrp="1" noChangeAspect="1" noChangeArrowheads="1"/>
          </p:cNvPicPr>
          <p:nvPr>
            <p:ph idx="1"/>
          </p:nvPr>
        </p:nvPicPr>
        <p:blipFill>
          <a:blip r:embed="rId3" cstate="print"/>
          <a:srcRect/>
          <a:stretch>
            <a:fillRect/>
          </a:stretch>
        </p:blipFill>
        <p:spPr bwMode="auto">
          <a:xfrm>
            <a:off x="533400" y="2604911"/>
            <a:ext cx="7684974" cy="312420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0DA54340-8399-4231-B81F-00964486D841}"/>
              </a:ext>
            </a:extLst>
          </p:cNvPr>
          <p:cNvSpPr>
            <a:spLocks noGrp="1"/>
          </p:cNvSpPr>
          <p:nvPr>
            <p:ph type="title"/>
          </p:nvPr>
        </p:nvSpPr>
        <p:spPr/>
        <p:txBody>
          <a:bodyPr>
            <a:normAutofit fontScale="90000"/>
          </a:bodyPr>
          <a:lstStyle/>
          <a:p>
            <a:r>
              <a:rPr lang="en-US" dirty="0"/>
              <a:t>Logic for WC Masks 0.0.0.255, 0.0.255.255, and 0.255.255.255</a:t>
            </a:r>
          </a:p>
        </p:txBody>
      </p:sp>
      <p:sp>
        <p:nvSpPr>
          <p:cNvPr id="5" name="Content Placeholder 4"/>
          <p:cNvSpPr>
            <a:spLocks noGrp="1"/>
          </p:cNvSpPr>
          <p:nvPr>
            <p:ph idx="1"/>
          </p:nvPr>
        </p:nvSpPr>
        <p:spPr/>
        <p:txBody>
          <a:bodyPr>
            <a:normAutofit/>
          </a:bodyPr>
          <a:lstStyle/>
          <a:p>
            <a:pPr lvl="1"/>
            <a:endParaRPr lang="en-US" dirty="0"/>
          </a:p>
          <a:p>
            <a:endParaRPr lang="en-US" dirty="0"/>
          </a:p>
        </p:txBody>
      </p:sp>
      <p:pic>
        <p:nvPicPr>
          <p:cNvPr id="6" name="Picture 2">
            <a:extLst>
              <a:ext uri="{FF2B5EF4-FFF2-40B4-BE49-F238E27FC236}">
                <a16:creationId xmlns:a16="http://schemas.microsoft.com/office/drawing/2014/main" id="{8450B1A2-E5E1-4804-BF8F-77CF6FB9A66A}"/>
              </a:ext>
            </a:extLst>
          </p:cNvPr>
          <p:cNvPicPr>
            <a:picLocks noChangeAspect="1" noChangeArrowheads="1"/>
          </p:cNvPicPr>
          <p:nvPr/>
        </p:nvPicPr>
        <p:blipFill>
          <a:blip r:embed="rId3" cstate="print"/>
          <a:srcRect/>
          <a:stretch>
            <a:fillRect/>
          </a:stretch>
        </p:blipFill>
        <p:spPr bwMode="auto">
          <a:xfrm>
            <a:off x="990600" y="2971800"/>
            <a:ext cx="7046068" cy="2290762"/>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48DB281A-98FE-4882-AD47-4CC5707CC210}"/>
              </a:ext>
            </a:extLst>
          </p:cNvPr>
          <p:cNvSpPr>
            <a:spLocks noGrp="1"/>
          </p:cNvSpPr>
          <p:nvPr>
            <p:ph type="title"/>
          </p:nvPr>
        </p:nvSpPr>
        <p:spPr/>
        <p:txBody>
          <a:bodyPr>
            <a:normAutofit fontScale="90000"/>
          </a:bodyPr>
          <a:lstStyle/>
          <a:p>
            <a:r>
              <a:rPr lang="en-US" dirty="0"/>
              <a:t>Syntactically Correct ACL Replaces Pseudocode</a:t>
            </a:r>
          </a:p>
        </p:txBody>
      </p:sp>
      <p:pic>
        <p:nvPicPr>
          <p:cNvPr id="6" name="Picture 2">
            <a:extLst>
              <a:ext uri="{FF2B5EF4-FFF2-40B4-BE49-F238E27FC236}">
                <a16:creationId xmlns:a16="http://schemas.microsoft.com/office/drawing/2014/main" id="{71D203DF-4324-401E-B4AB-450BE3C7D445}"/>
              </a:ext>
            </a:extLst>
          </p:cNvPr>
          <p:cNvPicPr>
            <a:picLocks noGrp="1" noChangeAspect="1" noChangeArrowheads="1"/>
          </p:cNvPicPr>
          <p:nvPr>
            <p:ph idx="1"/>
          </p:nvPr>
        </p:nvPicPr>
        <p:blipFill>
          <a:blip r:embed="rId3" cstate="print"/>
          <a:srcRect/>
          <a:stretch>
            <a:fillRect/>
          </a:stretch>
        </p:blipFill>
        <p:spPr bwMode="auto">
          <a:xfrm>
            <a:off x="914400" y="2819400"/>
            <a:ext cx="6798132" cy="2411413"/>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E3AE0F8C-0444-40C2-A998-E32817FEE62A}"/>
              </a:ext>
            </a:extLst>
          </p:cNvPr>
          <p:cNvSpPr>
            <a:spLocks noGrp="1"/>
          </p:cNvSpPr>
          <p:nvPr>
            <p:ph type="title"/>
          </p:nvPr>
        </p:nvSpPr>
        <p:spPr/>
        <p:txBody>
          <a:bodyPr>
            <a:normAutofit/>
          </a:bodyPr>
          <a:lstStyle/>
          <a:p>
            <a:r>
              <a:rPr lang="en-US" dirty="0"/>
              <a:t>Binary Wildcard Mask Example</a:t>
            </a:r>
          </a:p>
        </p:txBody>
      </p:sp>
      <p:sp>
        <p:nvSpPr>
          <p:cNvPr id="4" name="Content Placeholder 3">
            <a:extLst>
              <a:ext uri="{FF2B5EF4-FFF2-40B4-BE49-F238E27FC236}">
                <a16:creationId xmlns:a16="http://schemas.microsoft.com/office/drawing/2014/main" id="{0127B1C0-3A0E-4DD3-84BC-55A03EEFD301}"/>
              </a:ext>
            </a:extLst>
          </p:cNvPr>
          <p:cNvSpPr>
            <a:spLocks noGrp="1"/>
          </p:cNvSpPr>
          <p:nvPr>
            <p:ph idx="1"/>
          </p:nvPr>
        </p:nvSpPr>
        <p:spPr/>
        <p:txBody>
          <a:bodyPr>
            <a:normAutofit/>
          </a:bodyPr>
          <a:lstStyle/>
          <a:p>
            <a:r>
              <a:rPr lang="en-US" sz="2400" dirty="0"/>
              <a:t>For subnet 172.16.8.0 255.255.252.0, use the subnet number as the address parameter and do the following math to find the wildcard mask:</a:t>
            </a:r>
          </a:p>
        </p:txBody>
      </p:sp>
      <p:pic>
        <p:nvPicPr>
          <p:cNvPr id="9" name="Picture 2">
            <a:extLst>
              <a:ext uri="{FF2B5EF4-FFF2-40B4-BE49-F238E27FC236}">
                <a16:creationId xmlns:a16="http://schemas.microsoft.com/office/drawing/2014/main" id="{940227E5-03FD-46A1-8F01-DCC1BD6E0A66}"/>
              </a:ext>
            </a:extLst>
          </p:cNvPr>
          <p:cNvPicPr>
            <a:picLocks noChangeAspect="1" noChangeArrowheads="1"/>
          </p:cNvPicPr>
          <p:nvPr/>
        </p:nvPicPr>
        <p:blipFill>
          <a:blip r:embed="rId3" cstate="print"/>
          <a:srcRect/>
          <a:stretch>
            <a:fillRect/>
          </a:stretch>
        </p:blipFill>
        <p:spPr bwMode="auto">
          <a:xfrm>
            <a:off x="2743200" y="3941762"/>
            <a:ext cx="3340286" cy="1773238"/>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ED803DBB-58B7-4E52-8FB1-1EC1CB158255}"/>
              </a:ext>
            </a:extLst>
          </p:cNvPr>
          <p:cNvSpPr>
            <a:spLocks noGrp="1"/>
          </p:cNvSpPr>
          <p:nvPr>
            <p:ph type="title"/>
          </p:nvPr>
        </p:nvSpPr>
        <p:spPr/>
        <p:txBody>
          <a:bodyPr>
            <a:normAutofit/>
          </a:bodyPr>
          <a:lstStyle/>
          <a:p>
            <a:r>
              <a:rPr lang="en-US" dirty="0"/>
              <a:t>Matching Any/All Addresses</a:t>
            </a:r>
          </a:p>
        </p:txBody>
      </p:sp>
      <p:sp>
        <p:nvSpPr>
          <p:cNvPr id="5" name="Content Placeholder 4"/>
          <p:cNvSpPr>
            <a:spLocks noGrp="1"/>
          </p:cNvSpPr>
          <p:nvPr>
            <p:ph idx="1"/>
          </p:nvPr>
        </p:nvSpPr>
        <p:spPr>
          <a:xfrm>
            <a:off x="457200" y="2249424"/>
            <a:ext cx="8458200" cy="4325112"/>
          </a:xfrm>
        </p:spPr>
        <p:txBody>
          <a:bodyPr>
            <a:normAutofit/>
          </a:bodyPr>
          <a:lstStyle/>
          <a:p>
            <a:r>
              <a:rPr lang="en-US" dirty="0"/>
              <a:t>In some cases, one ACL command can be used to match any and all packets that reach that point in the ACL, using the </a:t>
            </a:r>
            <a:r>
              <a:rPr lang="en-US" i="1" dirty="0"/>
              <a:t>any</a:t>
            </a:r>
            <a:r>
              <a:rPr lang="en-US" dirty="0"/>
              <a:t> keyword.</a:t>
            </a:r>
          </a:p>
          <a:p>
            <a:r>
              <a:rPr lang="en-US" dirty="0"/>
              <a:t>Example: access-list 1 permit any.</a:t>
            </a:r>
          </a:p>
          <a:p>
            <a:r>
              <a:rPr lang="en-US" dirty="0"/>
              <a:t>All Cisco IP ACLs end with an implicit</a:t>
            </a:r>
            <a:r>
              <a:rPr lang="en-US" baseline="30000" dirty="0"/>
              <a:t>1</a:t>
            </a:r>
            <a:r>
              <a:rPr lang="en-US" dirty="0"/>
              <a:t> </a:t>
            </a:r>
            <a:r>
              <a:rPr lang="en-US" i="1" dirty="0"/>
              <a:t>deny any.</a:t>
            </a:r>
          </a:p>
          <a:p>
            <a:endParaRPr lang="en-US" dirty="0"/>
          </a:p>
          <a:p>
            <a:endParaRPr lang="en-US" dirty="0"/>
          </a:p>
          <a:p>
            <a:pPr marL="109728" indent="0">
              <a:buNone/>
            </a:pPr>
            <a:endParaRPr lang="en-US" dirty="0"/>
          </a:p>
        </p:txBody>
      </p:sp>
    </p:spTree>
    <p:extLst>
      <p:ext uri="{BB962C8B-B14F-4D97-AF65-F5344CB8AC3E}">
        <p14:creationId xmlns:p14="http://schemas.microsoft.com/office/powerpoint/2010/main" val="3668942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CC871839-1456-4CA1-A894-4BF64C4441F4}"/>
              </a:ext>
            </a:extLst>
          </p:cNvPr>
          <p:cNvSpPr>
            <a:spLocks noGrp="1"/>
          </p:cNvSpPr>
          <p:nvPr>
            <p:ph type="title"/>
          </p:nvPr>
        </p:nvSpPr>
        <p:spPr/>
        <p:txBody>
          <a:bodyPr>
            <a:normAutofit/>
          </a:bodyPr>
          <a:lstStyle/>
          <a:p>
            <a:r>
              <a:rPr lang="en-US" dirty="0"/>
              <a:t>Implementing Standard IP ACLs</a:t>
            </a:r>
          </a:p>
        </p:txBody>
      </p:sp>
      <p:sp>
        <p:nvSpPr>
          <p:cNvPr id="5" name="Content Placeholder 4"/>
          <p:cNvSpPr>
            <a:spLocks noGrp="1"/>
          </p:cNvSpPr>
          <p:nvPr>
            <p:ph idx="1"/>
          </p:nvPr>
        </p:nvSpPr>
        <p:spPr/>
        <p:txBody>
          <a:bodyPr>
            <a:normAutofit/>
          </a:bodyPr>
          <a:lstStyle/>
          <a:p>
            <a:r>
              <a:rPr lang="en-US" dirty="0"/>
              <a:t>Step 1: Plan the location and direction on that interface</a:t>
            </a:r>
          </a:p>
          <a:p>
            <a:r>
              <a:rPr lang="en-US" dirty="0"/>
              <a:t>Step 2: Configure one or more access-list global configuration commands to create the ACL</a:t>
            </a:r>
          </a:p>
          <a:p>
            <a:r>
              <a:rPr lang="en-US" dirty="0"/>
              <a:t>Step 3: Enable the ACL on the chosen router interface, in the correct direction, using the ip access-group </a:t>
            </a:r>
            <a:r>
              <a:rPr lang="en-US" i="1" dirty="0"/>
              <a:t>number </a:t>
            </a:r>
            <a:r>
              <a:rPr lang="en-US" dirty="0"/>
              <a:t>{in | out} interface subcommand. </a:t>
            </a:r>
          </a:p>
        </p:txBody>
      </p:sp>
    </p:spTree>
    <p:extLst>
      <p:ext uri="{BB962C8B-B14F-4D97-AF65-F5344CB8AC3E}">
        <p14:creationId xmlns:p14="http://schemas.microsoft.com/office/powerpoint/2010/main" val="3668942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D1A8C3D5-FE33-4BED-9774-2F2AC121D7C9}"/>
              </a:ext>
            </a:extLst>
          </p:cNvPr>
          <p:cNvSpPr>
            <a:spLocks noGrp="1"/>
          </p:cNvSpPr>
          <p:nvPr>
            <p:ph type="title"/>
          </p:nvPr>
        </p:nvSpPr>
        <p:spPr/>
        <p:txBody>
          <a:bodyPr>
            <a:normAutofit fontScale="90000"/>
          </a:bodyPr>
          <a:lstStyle/>
          <a:p>
            <a:r>
              <a:rPr lang="en-US" dirty="0"/>
              <a:t>Standard Numbered ACL Example 1 Configuration</a:t>
            </a:r>
          </a:p>
        </p:txBody>
      </p:sp>
      <p:pic>
        <p:nvPicPr>
          <p:cNvPr id="6" name="Picture 2">
            <a:extLst>
              <a:ext uri="{FF2B5EF4-FFF2-40B4-BE49-F238E27FC236}">
                <a16:creationId xmlns:a16="http://schemas.microsoft.com/office/drawing/2014/main" id="{AD3FA379-C1E0-46CA-83D8-EC753CB75CB7}"/>
              </a:ext>
            </a:extLst>
          </p:cNvPr>
          <p:cNvPicPr>
            <a:picLocks noGrp="1" noChangeAspect="1" noChangeArrowheads="1"/>
          </p:cNvPicPr>
          <p:nvPr>
            <p:ph idx="1"/>
          </p:nvPr>
        </p:nvPicPr>
        <p:blipFill>
          <a:blip r:embed="rId3" cstate="print"/>
          <a:srcRect/>
          <a:stretch>
            <a:fillRect/>
          </a:stretch>
        </p:blipFill>
        <p:spPr bwMode="auto">
          <a:xfrm>
            <a:off x="552024" y="2438400"/>
            <a:ext cx="8039951" cy="3692525"/>
          </a:xfrm>
          <a:prstGeom prst="rect">
            <a:avLst/>
          </a:prstGeom>
          <a:noFill/>
          <a:ln w="9525">
            <a:noFill/>
            <a:miter lim="800000"/>
            <a:headEnd/>
            <a:tailEnd/>
          </a:ln>
        </p:spPr>
      </p:pic>
      <p:sp>
        <p:nvSpPr>
          <p:cNvPr id="3" name="TextBox 2">
            <a:extLst>
              <a:ext uri="{FF2B5EF4-FFF2-40B4-BE49-F238E27FC236}">
                <a16:creationId xmlns:a16="http://schemas.microsoft.com/office/drawing/2014/main" id="{F0D9988E-E299-4209-C41F-E004B941C13D}"/>
              </a:ext>
            </a:extLst>
          </p:cNvPr>
          <p:cNvSpPr txBox="1"/>
          <p:nvPr/>
        </p:nvSpPr>
        <p:spPr>
          <a:xfrm flipH="1">
            <a:off x="5532118" y="3962400"/>
            <a:ext cx="2392681" cy="523220"/>
          </a:xfrm>
          <a:prstGeom prst="rect">
            <a:avLst/>
          </a:prstGeom>
          <a:noFill/>
        </p:spPr>
        <p:txBody>
          <a:bodyPr wrap="square" rtlCol="0">
            <a:spAutoFit/>
          </a:bodyPr>
          <a:lstStyle/>
          <a:p>
            <a:pPr algn="ctr"/>
            <a:r>
              <a:rPr lang="en-CA" sz="1400" dirty="0">
                <a:solidFill>
                  <a:srgbClr val="FF0000"/>
                </a:solidFill>
                <a:latin typeface="Times New Roman" panose="02020603050405020304" pitchFamily="18" charset="0"/>
                <a:cs typeface="Times New Roman" panose="02020603050405020304" pitchFamily="18" charset="0"/>
              </a:rPr>
              <a:t>Applies the ACL 1 inbound to the Serial0 interface. </a:t>
            </a:r>
          </a:p>
        </p:txBody>
      </p:sp>
      <p:cxnSp>
        <p:nvCxnSpPr>
          <p:cNvPr id="4" name="Straight Arrow Connector 3">
            <a:extLst>
              <a:ext uri="{FF2B5EF4-FFF2-40B4-BE49-F238E27FC236}">
                <a16:creationId xmlns:a16="http://schemas.microsoft.com/office/drawing/2014/main" id="{765E7408-500F-0DF7-6D42-252817F74A27}"/>
              </a:ext>
            </a:extLst>
          </p:cNvPr>
          <p:cNvCxnSpPr/>
          <p:nvPr/>
        </p:nvCxnSpPr>
        <p:spPr>
          <a:xfrm>
            <a:off x="4008119" y="4114800"/>
            <a:ext cx="1524000"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8942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714CB078-3151-49A8-9A3F-6914FACB7E7C}"/>
              </a:ext>
            </a:extLst>
          </p:cNvPr>
          <p:cNvSpPr>
            <a:spLocks noGrp="1"/>
          </p:cNvSpPr>
          <p:nvPr>
            <p:ph type="title"/>
          </p:nvPr>
        </p:nvSpPr>
        <p:spPr/>
        <p:txBody>
          <a:bodyPr>
            <a:normAutofit/>
          </a:bodyPr>
          <a:lstStyle/>
          <a:p>
            <a:r>
              <a:rPr lang="en-US" dirty="0"/>
              <a:t>ACL </a:t>
            </a:r>
            <a:r>
              <a:rPr lang="en-US" i="1" dirty="0"/>
              <a:t>show</a:t>
            </a:r>
            <a:r>
              <a:rPr lang="en-US" dirty="0"/>
              <a:t> Commands on R2</a:t>
            </a:r>
          </a:p>
        </p:txBody>
      </p:sp>
      <p:pic>
        <p:nvPicPr>
          <p:cNvPr id="6" name="Picture 2">
            <a:extLst>
              <a:ext uri="{FF2B5EF4-FFF2-40B4-BE49-F238E27FC236}">
                <a16:creationId xmlns:a16="http://schemas.microsoft.com/office/drawing/2014/main" id="{D0AD8A06-38E3-4A48-83AA-1716200D82F3}"/>
              </a:ext>
            </a:extLst>
          </p:cNvPr>
          <p:cNvPicPr>
            <a:picLocks noGrp="1" noChangeAspect="1" noChangeArrowheads="1"/>
          </p:cNvPicPr>
          <p:nvPr>
            <p:ph idx="1"/>
          </p:nvPr>
        </p:nvPicPr>
        <p:blipFill>
          <a:blip r:embed="rId3" cstate="print"/>
          <a:srcRect/>
          <a:stretch>
            <a:fillRect/>
          </a:stretch>
        </p:blipFill>
        <p:spPr bwMode="auto">
          <a:xfrm>
            <a:off x="1429638" y="2224585"/>
            <a:ext cx="6284723" cy="4211638"/>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EBE1BDB5-241A-455B-8C43-A81929C70BF8}"/>
              </a:ext>
            </a:extLst>
          </p:cNvPr>
          <p:cNvSpPr>
            <a:spLocks noGrp="1"/>
          </p:cNvSpPr>
          <p:nvPr>
            <p:ph type="title"/>
          </p:nvPr>
        </p:nvSpPr>
        <p:spPr/>
        <p:txBody>
          <a:bodyPr>
            <a:normAutofit/>
          </a:bodyPr>
          <a:lstStyle/>
          <a:p>
            <a:r>
              <a:rPr lang="en-US" dirty="0"/>
              <a:t>Standard Numbered ACL Example 2</a:t>
            </a:r>
          </a:p>
        </p:txBody>
      </p:sp>
      <p:pic>
        <p:nvPicPr>
          <p:cNvPr id="6" name="Picture 2">
            <a:extLst>
              <a:ext uri="{FF2B5EF4-FFF2-40B4-BE49-F238E27FC236}">
                <a16:creationId xmlns:a16="http://schemas.microsoft.com/office/drawing/2014/main" id="{F161187E-D379-4288-8255-83B4685A661D}"/>
              </a:ext>
            </a:extLst>
          </p:cNvPr>
          <p:cNvPicPr>
            <a:picLocks noGrp="1" noChangeAspect="1" noChangeArrowheads="1"/>
          </p:cNvPicPr>
          <p:nvPr>
            <p:ph idx="1"/>
          </p:nvPr>
        </p:nvPicPr>
        <p:blipFill>
          <a:blip r:embed="rId3" cstate="print"/>
          <a:srcRect/>
          <a:stretch>
            <a:fillRect/>
          </a:stretch>
        </p:blipFill>
        <p:spPr bwMode="auto">
          <a:xfrm>
            <a:off x="609600" y="2825751"/>
            <a:ext cx="7749236" cy="227330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FD8CA3B8-344A-4DC8-B8F6-2A058918EE52}"/>
              </a:ext>
            </a:extLst>
          </p:cNvPr>
          <p:cNvSpPr>
            <a:spLocks noGrp="1"/>
          </p:cNvSpPr>
          <p:nvPr>
            <p:ph type="title"/>
          </p:nvPr>
        </p:nvSpPr>
        <p:spPr/>
        <p:txBody>
          <a:bodyPr>
            <a:normAutofit fontScale="90000"/>
          </a:bodyPr>
          <a:lstStyle/>
          <a:p>
            <a:r>
              <a:rPr lang="en-US" dirty="0"/>
              <a:t>Creating Log Messages for ACL Statistics</a:t>
            </a:r>
          </a:p>
        </p:txBody>
      </p:sp>
      <p:pic>
        <p:nvPicPr>
          <p:cNvPr id="6" name="Picture 2">
            <a:extLst>
              <a:ext uri="{FF2B5EF4-FFF2-40B4-BE49-F238E27FC236}">
                <a16:creationId xmlns:a16="http://schemas.microsoft.com/office/drawing/2014/main" id="{AF1D7FDB-72D3-4FFC-AC31-870374BB477C}"/>
              </a:ext>
            </a:extLst>
          </p:cNvPr>
          <p:cNvPicPr>
            <a:picLocks noGrp="1" noChangeAspect="1" noChangeArrowheads="1"/>
          </p:cNvPicPr>
          <p:nvPr>
            <p:ph idx="1"/>
          </p:nvPr>
        </p:nvPicPr>
        <p:blipFill>
          <a:blip r:embed="rId3" cstate="print"/>
          <a:srcRect/>
          <a:stretch>
            <a:fillRect/>
          </a:stretch>
        </p:blipFill>
        <p:spPr bwMode="auto">
          <a:xfrm>
            <a:off x="457200" y="2667000"/>
            <a:ext cx="7848147" cy="2801938"/>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61F99386-5E0C-4F52-ABEF-998605355B94}"/>
              </a:ext>
            </a:extLst>
          </p:cNvPr>
          <p:cNvSpPr>
            <a:spLocks noGrp="1"/>
          </p:cNvSpPr>
          <p:nvPr>
            <p:ph type="title"/>
          </p:nvPr>
        </p:nvSpPr>
        <p:spPr/>
        <p:txBody>
          <a:bodyPr>
            <a:normAutofit fontScale="90000"/>
          </a:bodyPr>
          <a:lstStyle/>
          <a:p>
            <a:r>
              <a:rPr lang="en-US" dirty="0"/>
              <a:t>Example of Checking the Interface and Direction for an ACL</a:t>
            </a:r>
          </a:p>
        </p:txBody>
      </p:sp>
      <p:pic>
        <p:nvPicPr>
          <p:cNvPr id="6" name="Picture 2">
            <a:extLst>
              <a:ext uri="{FF2B5EF4-FFF2-40B4-BE49-F238E27FC236}">
                <a16:creationId xmlns:a16="http://schemas.microsoft.com/office/drawing/2014/main" id="{BE4C9B66-FEBA-47DE-A6D3-70CA7F207DD2}"/>
              </a:ext>
            </a:extLst>
          </p:cNvPr>
          <p:cNvPicPr>
            <a:picLocks noGrp="1" noChangeAspect="1" noChangeArrowheads="1"/>
          </p:cNvPicPr>
          <p:nvPr>
            <p:ph idx="1"/>
          </p:nvPr>
        </p:nvPicPr>
        <p:blipFill>
          <a:blip r:embed="rId3" cstate="print"/>
          <a:srcRect/>
          <a:stretch>
            <a:fillRect/>
          </a:stretch>
        </p:blipFill>
        <p:spPr bwMode="auto">
          <a:xfrm>
            <a:off x="1023669" y="2743200"/>
            <a:ext cx="7096662" cy="2730500"/>
          </a:xfrm>
          <a:prstGeom prst="rect">
            <a:avLst/>
          </a:prstGeom>
          <a:noFill/>
          <a:ln w="9525">
            <a:noFill/>
            <a:miter lim="800000"/>
            <a:headEnd/>
            <a:tailEnd/>
          </a:ln>
        </p:spPr>
      </p:pic>
      <p:sp>
        <p:nvSpPr>
          <p:cNvPr id="3" name="TextBox 2">
            <a:extLst>
              <a:ext uri="{FF2B5EF4-FFF2-40B4-BE49-F238E27FC236}">
                <a16:creationId xmlns:a16="http://schemas.microsoft.com/office/drawing/2014/main" id="{47E522E0-50A7-1F46-C85C-C9CCE4F98926}"/>
              </a:ext>
            </a:extLst>
          </p:cNvPr>
          <p:cNvSpPr txBox="1"/>
          <p:nvPr/>
        </p:nvSpPr>
        <p:spPr>
          <a:xfrm>
            <a:off x="4648200" y="6007100"/>
            <a:ext cx="1524000" cy="369332"/>
          </a:xfrm>
          <a:prstGeom prst="rect">
            <a:avLst/>
          </a:prstGeom>
          <a:noFill/>
        </p:spPr>
        <p:txBody>
          <a:bodyPr wrap="square" rtlCol="0">
            <a:spAutoFit/>
          </a:bodyPr>
          <a:lstStyle/>
          <a:p>
            <a:r>
              <a:rPr lang="en-CA" dirty="0">
                <a:solidFill>
                  <a:srgbClr val="FF0000"/>
                </a:solidFill>
              </a:rPr>
              <a:t>Why?</a:t>
            </a:r>
          </a:p>
        </p:txBody>
      </p:sp>
      <p:cxnSp>
        <p:nvCxnSpPr>
          <p:cNvPr id="5" name="Straight Arrow Connector 4">
            <a:extLst>
              <a:ext uri="{FF2B5EF4-FFF2-40B4-BE49-F238E27FC236}">
                <a16:creationId xmlns:a16="http://schemas.microsoft.com/office/drawing/2014/main" id="{75D5CBC7-CC65-22D0-D8D3-BFD4532D0419}"/>
              </a:ext>
            </a:extLst>
          </p:cNvPr>
          <p:cNvCxnSpPr/>
          <p:nvPr/>
        </p:nvCxnSpPr>
        <p:spPr>
          <a:xfrm flipV="1">
            <a:off x="5181600" y="5334000"/>
            <a:ext cx="533400" cy="533400"/>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8942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8EC5CEFD-657B-40C9-BAC0-DF27B3164749}"/>
              </a:ext>
            </a:extLst>
          </p:cNvPr>
          <p:cNvSpPr>
            <a:spLocks noGrp="1"/>
          </p:cNvSpPr>
          <p:nvPr>
            <p:ph type="title"/>
          </p:nvPr>
        </p:nvSpPr>
        <p:spPr/>
        <p:txBody>
          <a:bodyPr>
            <a:normAutofit fontScale="90000"/>
          </a:bodyPr>
          <a:lstStyle/>
          <a:p>
            <a:r>
              <a:rPr lang="en-US" dirty="0"/>
              <a:t>Building One-Line Standard ACLs: Practice</a:t>
            </a:r>
          </a:p>
        </p:txBody>
      </p:sp>
      <p:graphicFrame>
        <p:nvGraphicFramePr>
          <p:cNvPr id="7" name="Content Placeholder 6">
            <a:extLst>
              <a:ext uri="{FF2B5EF4-FFF2-40B4-BE49-F238E27FC236}">
                <a16:creationId xmlns:a16="http://schemas.microsoft.com/office/drawing/2014/main" id="{801B34F2-D29E-41D6-9D66-7D6D48E1A018}"/>
              </a:ext>
            </a:extLst>
          </p:cNvPr>
          <p:cNvGraphicFramePr>
            <a:graphicFrameLocks noGrp="1"/>
          </p:cNvGraphicFramePr>
          <p:nvPr>
            <p:ph idx="1"/>
            <p:extLst>
              <p:ext uri="{D42A27DB-BD31-4B8C-83A1-F6EECF244321}">
                <p14:modId xmlns:p14="http://schemas.microsoft.com/office/powerpoint/2010/main" val="2960929914"/>
              </p:ext>
            </p:extLst>
          </p:nvPr>
        </p:nvGraphicFramePr>
        <p:xfrm>
          <a:off x="457200" y="2249488"/>
          <a:ext cx="8229600" cy="4333879"/>
        </p:xfrm>
        <a:graphic>
          <a:graphicData uri="http://schemas.openxmlformats.org/drawingml/2006/table">
            <a:tbl>
              <a:tblPr firstRow="1" bandRow="1">
                <a:tableStyleId>{5C22544A-7EE6-4342-B048-85BDC9FD1C3A}</a:tableStyleId>
              </a:tblPr>
              <a:tblGrid>
                <a:gridCol w="1443789">
                  <a:extLst>
                    <a:ext uri="{9D8B030D-6E8A-4147-A177-3AD203B41FA5}">
                      <a16:colId xmlns:a16="http://schemas.microsoft.com/office/drawing/2014/main" val="20000"/>
                    </a:ext>
                  </a:extLst>
                </a:gridCol>
                <a:gridCol w="6785811">
                  <a:extLst>
                    <a:ext uri="{9D8B030D-6E8A-4147-A177-3AD203B41FA5}">
                      <a16:colId xmlns:a16="http://schemas.microsoft.com/office/drawing/2014/main" val="20001"/>
                    </a:ext>
                  </a:extLst>
                </a:gridCol>
              </a:tblGrid>
              <a:tr h="393989">
                <a:tc>
                  <a:txBody>
                    <a:bodyPr/>
                    <a:lstStyle/>
                    <a:p>
                      <a:r>
                        <a:rPr lang="en-US" dirty="0">
                          <a:latin typeface="Calibri" pitchFamily="34" charset="0"/>
                        </a:rPr>
                        <a:t>Problem</a:t>
                      </a:r>
                    </a:p>
                  </a:txBody>
                  <a:tcPr/>
                </a:tc>
                <a:tc>
                  <a:txBody>
                    <a:bodyPr/>
                    <a:lstStyle/>
                    <a:p>
                      <a:r>
                        <a:rPr lang="en-US" dirty="0">
                          <a:latin typeface="Calibri" pitchFamily="34" charset="0"/>
                        </a:rPr>
                        <a:t>Criteria</a:t>
                      </a:r>
                    </a:p>
                  </a:txBody>
                  <a:tcPr/>
                </a:tc>
                <a:extLst>
                  <a:ext uri="{0D108BD9-81ED-4DB2-BD59-A6C34878D82A}">
                    <a16:rowId xmlns:a16="http://schemas.microsoft.com/office/drawing/2014/main" val="10000"/>
                  </a:ext>
                </a:extLst>
              </a:tr>
              <a:tr h="393989">
                <a:tc>
                  <a:txBody>
                    <a:bodyPr/>
                    <a:lstStyle/>
                    <a:p>
                      <a:r>
                        <a:rPr lang="en-US" dirty="0">
                          <a:latin typeface="Calibri" pitchFamily="34" charset="0"/>
                        </a:rPr>
                        <a:t>1</a:t>
                      </a:r>
                    </a:p>
                  </a:txBody>
                  <a:tcPr/>
                </a:tc>
                <a:tc>
                  <a:txBody>
                    <a:bodyPr/>
                    <a:lstStyle/>
                    <a:p>
                      <a:r>
                        <a:rPr lang="en-US" dirty="0">
                          <a:latin typeface="Calibri" pitchFamily="34" charset="0"/>
                        </a:rPr>
                        <a:t>Packets</a:t>
                      </a:r>
                      <a:r>
                        <a:rPr lang="en-US" baseline="0" dirty="0">
                          <a:latin typeface="Calibri" pitchFamily="34" charset="0"/>
                        </a:rPr>
                        <a:t> from 172.16.5.4</a:t>
                      </a:r>
                      <a:endParaRPr lang="en-US" dirty="0">
                        <a:latin typeface="Calibri" pitchFamily="34" charset="0"/>
                      </a:endParaRPr>
                    </a:p>
                  </a:txBody>
                  <a:tcPr/>
                </a:tc>
                <a:extLst>
                  <a:ext uri="{0D108BD9-81ED-4DB2-BD59-A6C34878D82A}">
                    <a16:rowId xmlns:a16="http://schemas.microsoft.com/office/drawing/2014/main" val="10001"/>
                  </a:ext>
                </a:extLst>
              </a:tr>
              <a:tr h="393989">
                <a:tc>
                  <a:txBody>
                    <a:bodyPr/>
                    <a:lstStyle/>
                    <a:p>
                      <a:r>
                        <a:rPr lang="en-US" dirty="0">
                          <a:latin typeface="Calibri" pitchFamily="34" charset="0"/>
                        </a:rPr>
                        <a:t>2</a:t>
                      </a:r>
                    </a:p>
                  </a:txBody>
                  <a:tcPr/>
                </a:tc>
                <a:tc>
                  <a:txBody>
                    <a:bodyPr/>
                    <a:lstStyle/>
                    <a:p>
                      <a:r>
                        <a:rPr lang="en-US" dirty="0">
                          <a:latin typeface="Calibri" pitchFamily="34" charset="0"/>
                        </a:rPr>
                        <a:t>Packets from hosts</a:t>
                      </a:r>
                      <a:r>
                        <a:rPr lang="en-US" baseline="0" dirty="0">
                          <a:latin typeface="Calibri" pitchFamily="34" charset="0"/>
                        </a:rPr>
                        <a:t> with 192.168.6 as the first three octets</a:t>
                      </a:r>
                      <a:endParaRPr lang="en-US" dirty="0">
                        <a:latin typeface="Calibri" pitchFamily="34" charset="0"/>
                      </a:endParaRPr>
                    </a:p>
                  </a:txBody>
                  <a:tcPr/>
                </a:tc>
                <a:extLst>
                  <a:ext uri="{0D108BD9-81ED-4DB2-BD59-A6C34878D82A}">
                    <a16:rowId xmlns:a16="http://schemas.microsoft.com/office/drawing/2014/main" val="10002"/>
                  </a:ext>
                </a:extLst>
              </a:tr>
              <a:tr h="393989">
                <a:tc>
                  <a:txBody>
                    <a:bodyPr/>
                    <a:lstStyle/>
                    <a:p>
                      <a:r>
                        <a:rPr lang="en-US" dirty="0">
                          <a:latin typeface="Calibri" pitchFamily="34" charset="0"/>
                        </a:rPr>
                        <a:t>3</a:t>
                      </a:r>
                    </a:p>
                  </a:txBody>
                  <a:tcPr/>
                </a:tc>
                <a:tc>
                  <a:txBody>
                    <a:bodyPr/>
                    <a:lstStyle/>
                    <a:p>
                      <a:r>
                        <a:rPr lang="en-US" dirty="0">
                          <a:latin typeface="Calibri" pitchFamily="34" charset="0"/>
                        </a:rPr>
                        <a:t>Packets from hosts with 192.168 as the first two octets</a:t>
                      </a:r>
                    </a:p>
                  </a:txBody>
                  <a:tcPr/>
                </a:tc>
                <a:extLst>
                  <a:ext uri="{0D108BD9-81ED-4DB2-BD59-A6C34878D82A}">
                    <a16:rowId xmlns:a16="http://schemas.microsoft.com/office/drawing/2014/main" val="10003"/>
                  </a:ext>
                </a:extLst>
              </a:tr>
              <a:tr h="393989">
                <a:tc>
                  <a:txBody>
                    <a:bodyPr/>
                    <a:lstStyle/>
                    <a:p>
                      <a:r>
                        <a:rPr lang="en-US" dirty="0">
                          <a:latin typeface="Calibri" pitchFamily="34" charset="0"/>
                        </a:rPr>
                        <a:t>4</a:t>
                      </a:r>
                    </a:p>
                  </a:txBody>
                  <a:tcPr/>
                </a:tc>
                <a:tc>
                  <a:txBody>
                    <a:bodyPr/>
                    <a:lstStyle/>
                    <a:p>
                      <a:r>
                        <a:rPr lang="en-US" dirty="0">
                          <a:latin typeface="Calibri" pitchFamily="34" charset="0"/>
                        </a:rPr>
                        <a:t>Packets from any host</a:t>
                      </a:r>
                    </a:p>
                  </a:txBody>
                  <a:tcPr/>
                </a:tc>
                <a:extLst>
                  <a:ext uri="{0D108BD9-81ED-4DB2-BD59-A6C34878D82A}">
                    <a16:rowId xmlns:a16="http://schemas.microsoft.com/office/drawing/2014/main" val="10004"/>
                  </a:ext>
                </a:extLst>
              </a:tr>
              <a:tr h="393989">
                <a:tc>
                  <a:txBody>
                    <a:bodyPr/>
                    <a:lstStyle/>
                    <a:p>
                      <a:r>
                        <a:rPr lang="en-US" dirty="0">
                          <a:latin typeface="Calibri" pitchFamily="34" charset="0"/>
                        </a:rPr>
                        <a:t>5</a:t>
                      </a:r>
                    </a:p>
                  </a:txBody>
                  <a:tcPr/>
                </a:tc>
                <a:tc>
                  <a:txBody>
                    <a:bodyPr/>
                    <a:lstStyle/>
                    <a:p>
                      <a:r>
                        <a:rPr lang="en-US" dirty="0">
                          <a:latin typeface="Calibri" pitchFamily="34" charset="0"/>
                        </a:rPr>
                        <a:t>Packets from subnet 10.1.200.0/21</a:t>
                      </a:r>
                    </a:p>
                  </a:txBody>
                  <a:tcPr/>
                </a:tc>
                <a:extLst>
                  <a:ext uri="{0D108BD9-81ED-4DB2-BD59-A6C34878D82A}">
                    <a16:rowId xmlns:a16="http://schemas.microsoft.com/office/drawing/2014/main" val="10005"/>
                  </a:ext>
                </a:extLst>
              </a:tr>
              <a:tr h="393989">
                <a:tc>
                  <a:txBody>
                    <a:bodyPr/>
                    <a:lstStyle/>
                    <a:p>
                      <a:r>
                        <a:rPr lang="en-US" dirty="0">
                          <a:latin typeface="Calibri" pitchFamily="34" charset="0"/>
                        </a:rPr>
                        <a:t>6</a:t>
                      </a:r>
                    </a:p>
                  </a:txBody>
                  <a:tcPr/>
                </a:tc>
                <a:tc>
                  <a:txBody>
                    <a:bodyPr/>
                    <a:lstStyle/>
                    <a:p>
                      <a:r>
                        <a:rPr lang="en-US" dirty="0">
                          <a:latin typeface="Calibri" pitchFamily="34" charset="0"/>
                        </a:rPr>
                        <a:t>Packets</a:t>
                      </a:r>
                      <a:r>
                        <a:rPr lang="en-US" baseline="0" dirty="0">
                          <a:latin typeface="Calibri" pitchFamily="34" charset="0"/>
                        </a:rPr>
                        <a:t> from subnet 10.1.200.0/27</a:t>
                      </a:r>
                      <a:endParaRPr lang="en-US" dirty="0">
                        <a:latin typeface="Calibri" pitchFamily="34" charset="0"/>
                      </a:endParaRPr>
                    </a:p>
                  </a:txBody>
                  <a:tcPr/>
                </a:tc>
                <a:extLst>
                  <a:ext uri="{0D108BD9-81ED-4DB2-BD59-A6C34878D82A}">
                    <a16:rowId xmlns:a16="http://schemas.microsoft.com/office/drawing/2014/main" val="10006"/>
                  </a:ext>
                </a:extLst>
              </a:tr>
              <a:tr h="393989">
                <a:tc>
                  <a:txBody>
                    <a:bodyPr/>
                    <a:lstStyle/>
                    <a:p>
                      <a:r>
                        <a:rPr lang="en-US" dirty="0">
                          <a:latin typeface="Calibri" pitchFamily="34" charset="0"/>
                        </a:rPr>
                        <a:t>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Calibri" pitchFamily="34" charset="0"/>
                        </a:rPr>
                        <a:t>Packets</a:t>
                      </a:r>
                      <a:r>
                        <a:rPr lang="en-US" baseline="0" dirty="0">
                          <a:latin typeface="Calibri" pitchFamily="34" charset="0"/>
                        </a:rPr>
                        <a:t> from subnet 172.20.112.0/23</a:t>
                      </a:r>
                      <a:endParaRPr lang="en-US" dirty="0">
                        <a:latin typeface="Calibri" pitchFamily="34" charset="0"/>
                      </a:endParaRPr>
                    </a:p>
                  </a:txBody>
                  <a:tcPr/>
                </a:tc>
                <a:extLst>
                  <a:ext uri="{0D108BD9-81ED-4DB2-BD59-A6C34878D82A}">
                    <a16:rowId xmlns:a16="http://schemas.microsoft.com/office/drawing/2014/main" val="10007"/>
                  </a:ext>
                </a:extLst>
              </a:tr>
              <a:tr h="393989">
                <a:tc>
                  <a:txBody>
                    <a:bodyPr/>
                    <a:lstStyle/>
                    <a:p>
                      <a:r>
                        <a:rPr lang="en-US" dirty="0">
                          <a:latin typeface="Calibri" pitchFamily="34" charset="0"/>
                        </a:rPr>
                        <a:t>8</a:t>
                      </a:r>
                    </a:p>
                  </a:txBody>
                  <a:tcPr/>
                </a:tc>
                <a:tc>
                  <a:txBody>
                    <a:bodyPr/>
                    <a:lstStyle/>
                    <a:p>
                      <a:r>
                        <a:rPr lang="en-US" dirty="0">
                          <a:latin typeface="Calibri" pitchFamily="34" charset="0"/>
                        </a:rPr>
                        <a:t>Packets</a:t>
                      </a:r>
                      <a:r>
                        <a:rPr lang="en-US" baseline="0" dirty="0">
                          <a:latin typeface="Calibri" pitchFamily="34" charset="0"/>
                        </a:rPr>
                        <a:t> from subnet 172.20.112.0/26</a:t>
                      </a:r>
                      <a:endParaRPr lang="en-US" dirty="0">
                        <a:latin typeface="Calibri" pitchFamily="34" charset="0"/>
                      </a:endParaRPr>
                    </a:p>
                  </a:txBody>
                  <a:tcPr/>
                </a:tc>
                <a:extLst>
                  <a:ext uri="{0D108BD9-81ED-4DB2-BD59-A6C34878D82A}">
                    <a16:rowId xmlns:a16="http://schemas.microsoft.com/office/drawing/2014/main" val="10008"/>
                  </a:ext>
                </a:extLst>
              </a:tr>
              <a:tr h="393989">
                <a:tc>
                  <a:txBody>
                    <a:bodyPr/>
                    <a:lstStyle/>
                    <a:p>
                      <a:r>
                        <a:rPr lang="en-US" dirty="0">
                          <a:latin typeface="Calibri" pitchFamily="34" charset="0"/>
                        </a:rPr>
                        <a:t>9</a:t>
                      </a:r>
                    </a:p>
                  </a:txBody>
                  <a:tcPr/>
                </a:tc>
                <a:tc>
                  <a:txBody>
                    <a:bodyPr/>
                    <a:lstStyle/>
                    <a:p>
                      <a:r>
                        <a:rPr lang="en-US" dirty="0">
                          <a:latin typeface="Calibri" pitchFamily="34" charset="0"/>
                        </a:rPr>
                        <a:t>Packets</a:t>
                      </a:r>
                      <a:r>
                        <a:rPr lang="en-US" baseline="0" dirty="0">
                          <a:latin typeface="Calibri" pitchFamily="34" charset="0"/>
                        </a:rPr>
                        <a:t> from subnet 192.168.9.64/28</a:t>
                      </a:r>
                      <a:endParaRPr lang="en-US" dirty="0">
                        <a:latin typeface="Calibri" pitchFamily="34" charset="0"/>
                      </a:endParaRPr>
                    </a:p>
                  </a:txBody>
                  <a:tcPr/>
                </a:tc>
                <a:extLst>
                  <a:ext uri="{0D108BD9-81ED-4DB2-BD59-A6C34878D82A}">
                    <a16:rowId xmlns:a16="http://schemas.microsoft.com/office/drawing/2014/main" val="10009"/>
                  </a:ext>
                </a:extLst>
              </a:tr>
              <a:tr h="393989">
                <a:tc>
                  <a:txBody>
                    <a:bodyPr/>
                    <a:lstStyle/>
                    <a:p>
                      <a:r>
                        <a:rPr lang="en-US" dirty="0">
                          <a:latin typeface="Calibri" pitchFamily="34" charset="0"/>
                        </a:rPr>
                        <a:t>10</a:t>
                      </a:r>
                    </a:p>
                  </a:txBody>
                  <a:tcPr/>
                </a:tc>
                <a:tc>
                  <a:txBody>
                    <a:bodyPr/>
                    <a:lstStyle/>
                    <a:p>
                      <a:r>
                        <a:rPr lang="en-US" dirty="0">
                          <a:latin typeface="Calibri" pitchFamily="34" charset="0"/>
                        </a:rPr>
                        <a:t>Packets</a:t>
                      </a:r>
                      <a:r>
                        <a:rPr lang="en-US" baseline="0" dirty="0">
                          <a:latin typeface="Calibri" pitchFamily="34" charset="0"/>
                        </a:rPr>
                        <a:t> from subnet 192.168.9.64/30</a:t>
                      </a:r>
                      <a:endParaRPr lang="en-US" dirty="0">
                        <a:latin typeface="Calibri" pitchFamily="34" charset="0"/>
                      </a:endParaRP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668942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21049ABF-A4A9-4D1A-B61B-A7CEF91809FD}"/>
              </a:ext>
            </a:extLst>
          </p:cNvPr>
          <p:cNvSpPr>
            <a:spLocks noGrp="1"/>
          </p:cNvSpPr>
          <p:nvPr>
            <p:ph type="title"/>
          </p:nvPr>
        </p:nvSpPr>
        <p:spPr/>
        <p:txBody>
          <a:bodyPr>
            <a:normAutofit fontScale="90000"/>
          </a:bodyPr>
          <a:lstStyle/>
          <a:p>
            <a:r>
              <a:rPr lang="en-US" dirty="0"/>
              <a:t>Reverse Engineering from ACL to Address Range</a:t>
            </a:r>
          </a:p>
        </p:txBody>
      </p:sp>
      <p:sp>
        <p:nvSpPr>
          <p:cNvPr id="5" name="Content Placeholder 4"/>
          <p:cNvSpPr>
            <a:spLocks noGrp="1"/>
          </p:cNvSpPr>
          <p:nvPr>
            <p:ph idx="1"/>
          </p:nvPr>
        </p:nvSpPr>
        <p:spPr>
          <a:xfrm>
            <a:off x="457200" y="2528710"/>
            <a:ext cx="8229600" cy="4045825"/>
          </a:xfrm>
        </p:spPr>
        <p:txBody>
          <a:bodyPr>
            <a:normAutofit/>
          </a:bodyPr>
          <a:lstStyle/>
          <a:p>
            <a:r>
              <a:rPr lang="en-US" sz="2400" dirty="0"/>
              <a:t>With the command </a:t>
            </a:r>
            <a:r>
              <a:rPr lang="en-US" sz="2400" b="1" dirty="0"/>
              <a:t>access-list 1 permit 172.16.200.0 0.0.7.255</a:t>
            </a:r>
            <a:r>
              <a:rPr lang="en-US" sz="2400" dirty="0"/>
              <a:t>, the low end of the range is 172.16.200.0.</a:t>
            </a:r>
          </a:p>
          <a:p>
            <a:r>
              <a:rPr lang="en-US" sz="2400" dirty="0"/>
              <a:t>To find the high end of the range, add this number to </a:t>
            </a:r>
            <a:br>
              <a:rPr lang="en-US" sz="2400" dirty="0"/>
            </a:br>
            <a:r>
              <a:rPr lang="en-US" sz="2400" dirty="0"/>
              <a:t>the WC mask, as shown here: </a:t>
            </a:r>
          </a:p>
        </p:txBody>
      </p:sp>
      <p:pic>
        <p:nvPicPr>
          <p:cNvPr id="276482" name="Picture 2"/>
          <p:cNvPicPr>
            <a:picLocks noChangeAspect="1" noChangeArrowheads="1"/>
          </p:cNvPicPr>
          <p:nvPr/>
        </p:nvPicPr>
        <p:blipFill>
          <a:blip r:embed="rId3" cstate="print"/>
          <a:srcRect/>
          <a:stretch>
            <a:fillRect/>
          </a:stretch>
        </p:blipFill>
        <p:spPr bwMode="auto">
          <a:xfrm>
            <a:off x="3200400" y="4648200"/>
            <a:ext cx="2509838" cy="1720029"/>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lvl="0" algn="ctr" fontAlgn="base">
              <a:spcBef>
                <a:spcPct val="0"/>
              </a:spcBef>
              <a:spcAft>
                <a:spcPct val="0"/>
              </a:spcAft>
              <a:defRPr/>
            </a:pPr>
            <a:endParaRPr lang="en-US" sz="4000" b="1" kern="0" dirty="0">
              <a:solidFill>
                <a:schemeClr val="tx2"/>
              </a:solidFill>
              <a:latin typeface="Calibri" pitchFamily="34" charset="0"/>
            </a:endParaRPr>
          </a:p>
        </p:txBody>
      </p:sp>
      <p:sp>
        <p:nvSpPr>
          <p:cNvPr id="2" name="Title 1">
            <a:extLst>
              <a:ext uri="{FF2B5EF4-FFF2-40B4-BE49-F238E27FC236}">
                <a16:creationId xmlns:a16="http://schemas.microsoft.com/office/drawing/2014/main" id="{398C19EC-C672-4541-944F-8EBEF32CB42D}"/>
              </a:ext>
            </a:extLst>
          </p:cNvPr>
          <p:cNvSpPr>
            <a:spLocks noGrp="1"/>
          </p:cNvSpPr>
          <p:nvPr>
            <p:ph type="title"/>
          </p:nvPr>
        </p:nvSpPr>
        <p:spPr/>
        <p:txBody>
          <a:bodyPr>
            <a:normAutofit fontScale="90000"/>
          </a:bodyPr>
          <a:lstStyle/>
          <a:p>
            <a:r>
              <a:rPr lang="en-US" dirty="0"/>
              <a:t>Finding IP Addresses/Ranges Matching by Existing ACLs</a:t>
            </a:r>
          </a:p>
        </p:txBody>
      </p:sp>
      <p:graphicFrame>
        <p:nvGraphicFramePr>
          <p:cNvPr id="7" name="Content Placeholder 6">
            <a:extLst>
              <a:ext uri="{FF2B5EF4-FFF2-40B4-BE49-F238E27FC236}">
                <a16:creationId xmlns:a16="http://schemas.microsoft.com/office/drawing/2014/main" id="{8314D9CD-9D6F-49E9-8EF9-EB757624C8ED}"/>
              </a:ext>
            </a:extLst>
          </p:cNvPr>
          <p:cNvGraphicFramePr>
            <a:graphicFrameLocks noGrp="1"/>
          </p:cNvGraphicFramePr>
          <p:nvPr>
            <p:ph idx="1"/>
            <p:extLst>
              <p:ext uri="{D42A27DB-BD31-4B8C-83A1-F6EECF244321}">
                <p14:modId xmlns:p14="http://schemas.microsoft.com/office/powerpoint/2010/main" val="4204818813"/>
              </p:ext>
            </p:extLst>
          </p:nvPr>
        </p:nvGraphicFramePr>
        <p:xfrm>
          <a:off x="457200" y="2468562"/>
          <a:ext cx="8229600" cy="4114800"/>
        </p:xfrm>
        <a:graphic>
          <a:graphicData uri="http://schemas.openxmlformats.org/drawingml/2006/table">
            <a:tbl>
              <a:tblPr firstRow="1" bandRow="1">
                <a:tableStyleId>{5C22544A-7EE6-4342-B048-85BDC9FD1C3A}</a:tableStyleId>
              </a:tblPr>
              <a:tblGrid>
                <a:gridCol w="1443789">
                  <a:extLst>
                    <a:ext uri="{9D8B030D-6E8A-4147-A177-3AD203B41FA5}">
                      <a16:colId xmlns:a16="http://schemas.microsoft.com/office/drawing/2014/main" val="20000"/>
                    </a:ext>
                  </a:extLst>
                </a:gridCol>
                <a:gridCol w="6785811">
                  <a:extLst>
                    <a:ext uri="{9D8B030D-6E8A-4147-A177-3AD203B41FA5}">
                      <a16:colId xmlns:a16="http://schemas.microsoft.com/office/drawing/2014/main" val="20001"/>
                    </a:ext>
                  </a:extLst>
                </a:gridCol>
              </a:tblGrid>
              <a:tr h="457200">
                <a:tc>
                  <a:txBody>
                    <a:bodyPr/>
                    <a:lstStyle/>
                    <a:p>
                      <a:r>
                        <a:rPr lang="en-US" dirty="0">
                          <a:latin typeface="Calibri" pitchFamily="34" charset="0"/>
                        </a:rPr>
                        <a:t>Problem</a:t>
                      </a:r>
                    </a:p>
                  </a:txBody>
                  <a:tcPr/>
                </a:tc>
                <a:tc>
                  <a:txBody>
                    <a:bodyPr/>
                    <a:lstStyle/>
                    <a:p>
                      <a:r>
                        <a:rPr lang="en-US" dirty="0">
                          <a:latin typeface="Calibri" pitchFamily="34" charset="0"/>
                        </a:rPr>
                        <a:t>Criteria</a:t>
                      </a:r>
                    </a:p>
                  </a:txBody>
                  <a:tcPr/>
                </a:tc>
                <a:extLst>
                  <a:ext uri="{0D108BD9-81ED-4DB2-BD59-A6C34878D82A}">
                    <a16:rowId xmlns:a16="http://schemas.microsoft.com/office/drawing/2014/main" val="10000"/>
                  </a:ext>
                </a:extLst>
              </a:tr>
              <a:tr h="457200">
                <a:tc>
                  <a:txBody>
                    <a:bodyPr/>
                    <a:lstStyle/>
                    <a:p>
                      <a:r>
                        <a:rPr lang="en-US" dirty="0">
                          <a:latin typeface="Calibri" pitchFamily="34" charset="0"/>
                        </a:rPr>
                        <a:t>1</a:t>
                      </a:r>
                    </a:p>
                  </a:txBody>
                  <a:tcPr/>
                </a:tc>
                <a:tc>
                  <a:txBody>
                    <a:bodyPr/>
                    <a:lstStyle/>
                    <a:p>
                      <a:r>
                        <a:rPr lang="en-US" b="1" dirty="0">
                          <a:latin typeface="Calibri" pitchFamily="34" charset="0"/>
                        </a:rPr>
                        <a:t>access-list 1 permit 10.7.6.5</a:t>
                      </a:r>
                    </a:p>
                  </a:txBody>
                  <a:tcPr/>
                </a:tc>
                <a:extLst>
                  <a:ext uri="{0D108BD9-81ED-4DB2-BD59-A6C34878D82A}">
                    <a16:rowId xmlns:a16="http://schemas.microsoft.com/office/drawing/2014/main" val="10001"/>
                  </a:ext>
                </a:extLst>
              </a:tr>
              <a:tr h="457200">
                <a:tc>
                  <a:txBody>
                    <a:bodyPr/>
                    <a:lstStyle/>
                    <a:p>
                      <a:r>
                        <a:rPr lang="en-US" dirty="0">
                          <a:latin typeface="Calibri" pitchFamily="34" charset="0"/>
                        </a:rPr>
                        <a:t>2</a:t>
                      </a:r>
                    </a:p>
                  </a:txBody>
                  <a:tcPr/>
                </a:tc>
                <a:tc>
                  <a:txBody>
                    <a:bodyPr/>
                    <a:lstStyle/>
                    <a:p>
                      <a:r>
                        <a:rPr lang="en-US" sz="1800" b="1" kern="1200" baseline="0" dirty="0">
                          <a:solidFill>
                            <a:schemeClr val="dk1"/>
                          </a:solidFill>
                          <a:latin typeface="Calibri" pitchFamily="34" charset="0"/>
                          <a:ea typeface="+mn-ea"/>
                          <a:cs typeface="+mn-cs"/>
                        </a:rPr>
                        <a:t>access-list 2 permit 192.168.4.0 0.0.0.127</a:t>
                      </a:r>
                      <a:endParaRPr lang="en-US" dirty="0">
                        <a:latin typeface="Calibri" pitchFamily="34" charset="0"/>
                      </a:endParaRPr>
                    </a:p>
                  </a:txBody>
                  <a:tcPr/>
                </a:tc>
                <a:extLst>
                  <a:ext uri="{0D108BD9-81ED-4DB2-BD59-A6C34878D82A}">
                    <a16:rowId xmlns:a16="http://schemas.microsoft.com/office/drawing/2014/main" val="10002"/>
                  </a:ext>
                </a:extLst>
              </a:tr>
              <a:tr h="457200">
                <a:tc>
                  <a:txBody>
                    <a:bodyPr/>
                    <a:lstStyle/>
                    <a:p>
                      <a:r>
                        <a:rPr lang="en-US" dirty="0">
                          <a:latin typeface="Calibri" pitchFamily="34" charset="0"/>
                        </a:rPr>
                        <a:t>3</a:t>
                      </a:r>
                    </a:p>
                  </a:txBody>
                  <a:tcPr/>
                </a:tc>
                <a:tc>
                  <a:txBody>
                    <a:bodyPr/>
                    <a:lstStyle/>
                    <a:p>
                      <a:r>
                        <a:rPr lang="en-US" sz="1800" b="1" kern="1200" baseline="0" dirty="0">
                          <a:solidFill>
                            <a:schemeClr val="dk1"/>
                          </a:solidFill>
                          <a:latin typeface="Calibri" pitchFamily="34" charset="0"/>
                          <a:ea typeface="+mn-ea"/>
                          <a:cs typeface="+mn-cs"/>
                        </a:rPr>
                        <a:t>access-list 3 permit 192.168.6.0 0.0.0.31</a:t>
                      </a:r>
                      <a:endParaRPr lang="en-US" dirty="0">
                        <a:latin typeface="Calibri" pitchFamily="34" charset="0"/>
                      </a:endParaRPr>
                    </a:p>
                  </a:txBody>
                  <a:tcPr/>
                </a:tc>
                <a:extLst>
                  <a:ext uri="{0D108BD9-81ED-4DB2-BD59-A6C34878D82A}">
                    <a16:rowId xmlns:a16="http://schemas.microsoft.com/office/drawing/2014/main" val="10003"/>
                  </a:ext>
                </a:extLst>
              </a:tr>
              <a:tr h="457200">
                <a:tc>
                  <a:txBody>
                    <a:bodyPr/>
                    <a:lstStyle/>
                    <a:p>
                      <a:r>
                        <a:rPr lang="en-US" dirty="0">
                          <a:latin typeface="Calibri" pitchFamily="34" charset="0"/>
                        </a:rPr>
                        <a:t>4</a:t>
                      </a:r>
                    </a:p>
                  </a:txBody>
                  <a:tcPr/>
                </a:tc>
                <a:tc>
                  <a:txBody>
                    <a:bodyPr/>
                    <a:lstStyle/>
                    <a:p>
                      <a:r>
                        <a:rPr lang="en-US" sz="1800" b="1" kern="1200" baseline="0" dirty="0">
                          <a:solidFill>
                            <a:schemeClr val="dk1"/>
                          </a:solidFill>
                          <a:latin typeface="Calibri" pitchFamily="34" charset="0"/>
                          <a:ea typeface="+mn-ea"/>
                          <a:cs typeface="+mn-cs"/>
                        </a:rPr>
                        <a:t>access-list 4 permit 172.30.96.0 0.0.3.255</a:t>
                      </a:r>
                      <a:endParaRPr lang="en-US" dirty="0">
                        <a:latin typeface="Calibri" pitchFamily="34" charset="0"/>
                      </a:endParaRPr>
                    </a:p>
                  </a:txBody>
                  <a:tcPr/>
                </a:tc>
                <a:extLst>
                  <a:ext uri="{0D108BD9-81ED-4DB2-BD59-A6C34878D82A}">
                    <a16:rowId xmlns:a16="http://schemas.microsoft.com/office/drawing/2014/main" val="10004"/>
                  </a:ext>
                </a:extLst>
              </a:tr>
              <a:tr h="457200">
                <a:tc>
                  <a:txBody>
                    <a:bodyPr/>
                    <a:lstStyle/>
                    <a:p>
                      <a:r>
                        <a:rPr lang="en-US" dirty="0">
                          <a:latin typeface="Calibri" pitchFamily="34" charset="0"/>
                        </a:rPr>
                        <a:t>5</a:t>
                      </a:r>
                    </a:p>
                  </a:txBody>
                  <a:tcPr/>
                </a:tc>
                <a:tc>
                  <a:txBody>
                    <a:bodyPr/>
                    <a:lstStyle/>
                    <a:p>
                      <a:r>
                        <a:rPr lang="en-US" sz="1800" b="1" kern="1200" baseline="0" dirty="0">
                          <a:solidFill>
                            <a:schemeClr val="dk1"/>
                          </a:solidFill>
                          <a:latin typeface="Calibri" pitchFamily="34" charset="0"/>
                          <a:ea typeface="+mn-ea"/>
                          <a:cs typeface="+mn-cs"/>
                        </a:rPr>
                        <a:t>access-list 5 permit 172.30.96.0 0.0.0.63</a:t>
                      </a:r>
                      <a:endParaRPr lang="en-US" dirty="0">
                        <a:latin typeface="Calibri" pitchFamily="34" charset="0"/>
                      </a:endParaRPr>
                    </a:p>
                  </a:txBody>
                  <a:tcPr/>
                </a:tc>
                <a:extLst>
                  <a:ext uri="{0D108BD9-81ED-4DB2-BD59-A6C34878D82A}">
                    <a16:rowId xmlns:a16="http://schemas.microsoft.com/office/drawing/2014/main" val="10005"/>
                  </a:ext>
                </a:extLst>
              </a:tr>
              <a:tr h="457200">
                <a:tc>
                  <a:txBody>
                    <a:bodyPr/>
                    <a:lstStyle/>
                    <a:p>
                      <a:r>
                        <a:rPr lang="en-US" dirty="0">
                          <a:latin typeface="Calibri" pitchFamily="34" charset="0"/>
                        </a:rPr>
                        <a:t>6</a:t>
                      </a:r>
                    </a:p>
                  </a:txBody>
                  <a:tcPr/>
                </a:tc>
                <a:tc>
                  <a:txBody>
                    <a:bodyPr/>
                    <a:lstStyle/>
                    <a:p>
                      <a:r>
                        <a:rPr lang="en-US" sz="1800" b="1" kern="1200" baseline="0" dirty="0">
                          <a:solidFill>
                            <a:schemeClr val="dk1"/>
                          </a:solidFill>
                          <a:latin typeface="Calibri" pitchFamily="34" charset="0"/>
                          <a:ea typeface="+mn-ea"/>
                          <a:cs typeface="+mn-cs"/>
                        </a:rPr>
                        <a:t>access-list 6 permit 10.1.192.0 0.0.0.31</a:t>
                      </a:r>
                      <a:endParaRPr lang="en-US" dirty="0">
                        <a:latin typeface="Calibri" pitchFamily="34" charset="0"/>
                      </a:endParaRPr>
                    </a:p>
                  </a:txBody>
                  <a:tcPr/>
                </a:tc>
                <a:extLst>
                  <a:ext uri="{0D108BD9-81ED-4DB2-BD59-A6C34878D82A}">
                    <a16:rowId xmlns:a16="http://schemas.microsoft.com/office/drawing/2014/main" val="10006"/>
                  </a:ext>
                </a:extLst>
              </a:tr>
              <a:tr h="457200">
                <a:tc>
                  <a:txBody>
                    <a:bodyPr/>
                    <a:lstStyle/>
                    <a:p>
                      <a:r>
                        <a:rPr lang="en-US" dirty="0">
                          <a:latin typeface="Calibri" pitchFamily="34" charset="0"/>
                        </a:rPr>
                        <a:t>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baseline="0" dirty="0">
                          <a:solidFill>
                            <a:schemeClr val="dk1"/>
                          </a:solidFill>
                          <a:latin typeface="Calibri" pitchFamily="34" charset="0"/>
                          <a:ea typeface="+mn-ea"/>
                          <a:cs typeface="+mn-cs"/>
                        </a:rPr>
                        <a:t>access-list 7 permit 10.1.192.0 0.0.1.255</a:t>
                      </a:r>
                      <a:endParaRPr lang="en-US" dirty="0">
                        <a:latin typeface="Calibri" pitchFamily="34" charset="0"/>
                      </a:endParaRPr>
                    </a:p>
                  </a:txBody>
                  <a:tcPr/>
                </a:tc>
                <a:extLst>
                  <a:ext uri="{0D108BD9-81ED-4DB2-BD59-A6C34878D82A}">
                    <a16:rowId xmlns:a16="http://schemas.microsoft.com/office/drawing/2014/main" val="10007"/>
                  </a:ext>
                </a:extLst>
              </a:tr>
              <a:tr h="457200">
                <a:tc>
                  <a:txBody>
                    <a:bodyPr/>
                    <a:lstStyle/>
                    <a:p>
                      <a:r>
                        <a:rPr lang="en-US" dirty="0">
                          <a:latin typeface="Calibri" pitchFamily="34" charset="0"/>
                        </a:rPr>
                        <a:t>8</a:t>
                      </a:r>
                    </a:p>
                  </a:txBody>
                  <a:tcPr/>
                </a:tc>
                <a:tc>
                  <a:txBody>
                    <a:bodyPr/>
                    <a:lstStyle/>
                    <a:p>
                      <a:r>
                        <a:rPr lang="en-US" sz="1800" b="1" kern="1200" baseline="0" dirty="0">
                          <a:solidFill>
                            <a:schemeClr val="dk1"/>
                          </a:solidFill>
                          <a:latin typeface="Calibri" pitchFamily="34" charset="0"/>
                          <a:ea typeface="+mn-ea"/>
                          <a:cs typeface="+mn-cs"/>
                        </a:rPr>
                        <a:t>access-list 8 permit 10.1.192.0 0.0.63.255</a:t>
                      </a:r>
                      <a:endParaRPr lang="en-US" dirty="0">
                        <a:latin typeface="Calibri" pitchFamily="34" charset="0"/>
                      </a:endParaRP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68942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274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
        <p:nvSpPr>
          <p:cNvPr id="2" name="Title 1">
            <a:extLst>
              <a:ext uri="{FF2B5EF4-FFF2-40B4-BE49-F238E27FC236}">
                <a16:creationId xmlns:a16="http://schemas.microsoft.com/office/drawing/2014/main" id="{9F4F1EBE-3D98-486E-B9D8-58E36D5121DB}"/>
              </a:ext>
            </a:extLst>
          </p:cNvPr>
          <p:cNvSpPr>
            <a:spLocks noGrp="1"/>
          </p:cNvSpPr>
          <p:nvPr>
            <p:ph type="title"/>
          </p:nvPr>
        </p:nvSpPr>
        <p:spPr/>
        <p:txBody>
          <a:bodyPr>
            <a:normAutofit fontScale="90000"/>
          </a:bodyPr>
          <a:lstStyle/>
          <a:p>
            <a:r>
              <a:rPr lang="en-US" dirty="0"/>
              <a:t>IOS Changing the Address Field in an </a:t>
            </a:r>
            <a:r>
              <a:rPr lang="en-US" b="1" dirty="0"/>
              <a:t>access-list</a:t>
            </a:r>
            <a:r>
              <a:rPr lang="en-US" dirty="0"/>
              <a:t> Command</a:t>
            </a:r>
          </a:p>
        </p:txBody>
      </p:sp>
      <p:pic>
        <p:nvPicPr>
          <p:cNvPr id="6" name="Picture 2">
            <a:extLst>
              <a:ext uri="{FF2B5EF4-FFF2-40B4-BE49-F238E27FC236}">
                <a16:creationId xmlns:a16="http://schemas.microsoft.com/office/drawing/2014/main" id="{57D273F2-647D-47A2-B291-F9CBFF0ABC37}"/>
              </a:ext>
            </a:extLst>
          </p:cNvPr>
          <p:cNvPicPr>
            <a:picLocks noGrp="1" noChangeAspect="1" noChangeArrowheads="1"/>
          </p:cNvPicPr>
          <p:nvPr>
            <p:ph idx="1"/>
          </p:nvPr>
        </p:nvPicPr>
        <p:blipFill>
          <a:blip r:embed="rId3" cstate="print"/>
          <a:srcRect/>
          <a:stretch>
            <a:fillRect/>
          </a:stretch>
        </p:blipFill>
        <p:spPr bwMode="auto">
          <a:xfrm>
            <a:off x="500613" y="2991644"/>
            <a:ext cx="8142774" cy="2173288"/>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44428-5DD3-D109-6B70-2544950825F6}"/>
              </a:ext>
            </a:extLst>
          </p:cNvPr>
          <p:cNvSpPr>
            <a:spLocks noGrp="1"/>
          </p:cNvSpPr>
          <p:nvPr>
            <p:ph type="title"/>
          </p:nvPr>
        </p:nvSpPr>
        <p:spPr/>
        <p:txBody>
          <a:bodyPr/>
          <a:lstStyle/>
          <a:p>
            <a:r>
              <a:rPr lang="en-CA" dirty="0"/>
              <a:t>Summary</a:t>
            </a:r>
          </a:p>
        </p:txBody>
      </p:sp>
      <p:sp>
        <p:nvSpPr>
          <p:cNvPr id="3" name="Content Placeholder 2">
            <a:extLst>
              <a:ext uri="{FF2B5EF4-FFF2-40B4-BE49-F238E27FC236}">
                <a16:creationId xmlns:a16="http://schemas.microsoft.com/office/drawing/2014/main" id="{186ADC30-F496-C5A5-2D53-5E882173D42F}"/>
              </a:ext>
            </a:extLst>
          </p:cNvPr>
          <p:cNvSpPr>
            <a:spLocks noGrp="1"/>
          </p:cNvSpPr>
          <p:nvPr>
            <p:ph idx="1"/>
          </p:nvPr>
        </p:nvSpPr>
        <p:spPr/>
        <p:txBody>
          <a:bodyPr>
            <a:normAutofit/>
          </a:bodyPr>
          <a:lstStyle/>
          <a:p>
            <a:r>
              <a:rPr lang="en-CA" sz="2800" dirty="0"/>
              <a:t>ACLs: </a:t>
            </a:r>
            <a:r>
              <a:rPr lang="en-CA" sz="2800" b="1" dirty="0"/>
              <a:t>standard</a:t>
            </a:r>
            <a:r>
              <a:rPr lang="en-CA" sz="2800" dirty="0"/>
              <a:t> vs extended, </a:t>
            </a:r>
            <a:r>
              <a:rPr lang="en-CA" sz="2800" b="1" dirty="0"/>
              <a:t>numbered</a:t>
            </a:r>
            <a:r>
              <a:rPr lang="en-CA" sz="2800" dirty="0"/>
              <a:t> vs. named</a:t>
            </a:r>
          </a:p>
          <a:p>
            <a:r>
              <a:rPr lang="en-CA" sz="2800" dirty="0"/>
              <a:t>First-match logic</a:t>
            </a:r>
          </a:p>
          <a:p>
            <a:r>
              <a:rPr lang="en-CA" sz="2800" dirty="0"/>
              <a:t>Implicit </a:t>
            </a:r>
            <a:r>
              <a:rPr lang="en-CA" sz="2800" i="1" dirty="0"/>
              <a:t>deny any </a:t>
            </a:r>
            <a:r>
              <a:rPr lang="en-CA" sz="2800" dirty="0"/>
              <a:t>statement</a:t>
            </a:r>
          </a:p>
          <a:p>
            <a:r>
              <a:rPr lang="en-CA" sz="2800" dirty="0"/>
              <a:t>Applied inbound or outbound on an interface</a:t>
            </a:r>
          </a:p>
          <a:p>
            <a:r>
              <a:rPr lang="en-CA" sz="2800" dirty="0"/>
              <a:t>Apply standard ACLs close to </a:t>
            </a:r>
            <a:r>
              <a:rPr lang="en-CA" sz="2800"/>
              <a:t>the destination.</a:t>
            </a:r>
            <a:endParaRPr lang="en-CA" sz="2800" dirty="0"/>
          </a:p>
          <a:p>
            <a:r>
              <a:rPr lang="en-CA" dirty="0"/>
              <a:t>Wildcard masks to specify an address range</a:t>
            </a:r>
          </a:p>
        </p:txBody>
      </p:sp>
    </p:spTree>
    <p:extLst>
      <p:ext uri="{BB962C8B-B14F-4D97-AF65-F5344CB8AC3E}">
        <p14:creationId xmlns:p14="http://schemas.microsoft.com/office/powerpoint/2010/main" val="37231965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CNA">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CCNA" id="{76486855-F821-4199-92B4-DBA8215E212D}" vid="{A8D61F7B-A554-428E-B4E1-0D2C71B107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34CD57EAA5404CBB9859DB4CBB1396" ma:contentTypeVersion="0" ma:contentTypeDescription="Create a new document." ma:contentTypeScope="" ma:versionID="f0f8b40d9c79abcfaa90141c075b55dd">
  <xsd:schema xmlns:xsd="http://www.w3.org/2001/XMLSchema" xmlns:xs="http://www.w3.org/2001/XMLSchema" xmlns:p="http://schemas.microsoft.com/office/2006/metadata/properties" targetNamespace="http://schemas.microsoft.com/office/2006/metadata/properties" ma:root="true" ma:fieldsID="60daa9c6619a92eda99ef15cd472f1d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49C928-AF0E-4297-96B6-E33ADA4924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CC1F4F7F-8CCD-46DF-8756-E57171C504E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C855061-F981-43A1-B997-7072D002912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19546</TotalTime>
  <Words>1156</Words>
  <Application>Microsoft Office PowerPoint</Application>
  <PresentationFormat>On-screen Show (4:3)</PresentationFormat>
  <Paragraphs>138</Paragraphs>
  <Slides>24</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Georgia</vt:lpstr>
      <vt:lpstr>Times New Roman</vt:lpstr>
      <vt:lpstr>Trebuchet MS</vt:lpstr>
      <vt:lpstr>Wingdings 2</vt:lpstr>
      <vt:lpstr>CCNA</vt:lpstr>
      <vt:lpstr>CCNA 200-301, Volume 2</vt:lpstr>
      <vt:lpstr>Objectives</vt:lpstr>
      <vt:lpstr>IPv4 Access Control List Basics</vt:lpstr>
      <vt:lpstr>ACL Concepts</vt:lpstr>
      <vt:lpstr>Locations to Filter Packets from Hosts A and B Going Toward Server S1</vt:lpstr>
      <vt:lpstr>Pseudocode to Demonstrate ACL Command-Matching Logic</vt:lpstr>
      <vt:lpstr>Comparisons of IP ACL Types</vt:lpstr>
      <vt:lpstr>Backdrop for Discussion of List Process with IP ACLs</vt:lpstr>
      <vt:lpstr>ACL Items Compared for Packets from Hosts A, B, and C on Previous Slide</vt:lpstr>
      <vt:lpstr>Logic for WC Masks 0.0.0.255, 0.0.255.255, and 0.255.255.255</vt:lpstr>
      <vt:lpstr>Syntactically Correct ACL Replaces Pseudocode</vt:lpstr>
      <vt:lpstr>Binary Wildcard Mask Example</vt:lpstr>
      <vt:lpstr>Matching Any/All Addresses</vt:lpstr>
      <vt:lpstr>Implementing Standard IP ACLs</vt:lpstr>
      <vt:lpstr>Standard Numbered ACL Example 1 Configuration</vt:lpstr>
      <vt:lpstr>ACL show Commands on R2</vt:lpstr>
      <vt:lpstr>Standard Numbered ACL Example 2</vt:lpstr>
      <vt:lpstr>Creating Log Messages for ACL Statistics</vt:lpstr>
      <vt:lpstr>Example of Checking the Interface and Direction for an ACL</vt:lpstr>
      <vt:lpstr>Building One-Line Standard ACLs: Practice</vt:lpstr>
      <vt:lpstr>Reverse Engineering from ACL to Address Range</vt:lpstr>
      <vt:lpstr>Finding IP Addresses/Ranges Matching by Existing ACLs</vt:lpstr>
      <vt:lpstr>IOS Changing the Address Field in an access-list Command</vt:lpstr>
      <vt:lpstr>Summary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White</dc:creator>
  <cp:lastModifiedBy>ali nezhad</cp:lastModifiedBy>
  <cp:revision>1551</cp:revision>
  <dcterms:created xsi:type="dcterms:W3CDTF">2012-02-25T16:36:08Z</dcterms:created>
  <dcterms:modified xsi:type="dcterms:W3CDTF">2023-11-15T00:23:34Z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0x0101000234CD57EAA5404CBB9859DB4CBB1396</vt:lpwstr>
  </property>
</Properties>
</file>